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jpe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</file>

<file path=ppt/presentation.xml><?xml version="1.0" encoding="utf-8"?>
<p:presentation xmlns:p="http://schemas.openxmlformats.org/presentationml/2006/main" xmlns:r="http://schemas.openxmlformats.org/officeDocument/2006/relationships" xmlns:a="http://schemas.openxmlformats.org/drawingml/2006/main" saveSubsetFonts="1">
  <p:sldMasterIdLst>
    <p:sldMasterId id="2147483648" r:id="rId1"/>
  </p:sldMasterIdLst>
  <p:notesMasterIdLst>
    <p:notesMasterId r:id="rId2"/>
  </p:notesMasterIdLst>
  <p:sldIdLst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type="screen16x9" cy="6858000" cx="12192000"/>
  <p:notesSz cx="6858000" cy="9144000"/>
  <p:defaultTextStyle>
    <a:defPPr>
      <a:defRPr lang="fr-FR"/>
    </a:defPPr>
    <a:lvl1pPr algn="l" defTabSz="914400" eaLnBrk="1" hangingPunct="1" latinLnBrk="0" marL="0" rtl="0">
      <a:defRPr sz="1800" kern="1200">
        <a:solidFill>
          <a:schemeClr val="tx1"/>
        </a:solidFill>
        <a:latin typeface="+mn-lt"/>
        <a:ea typeface="+mn-ea"/>
        <a:cs typeface="+mn-cs"/>
      </a:defRPr>
    </a:lvl1pPr>
    <a:lvl2pPr algn="l" defTabSz="914400" eaLnBrk="1" hangingPunct="1" latinLnBrk="0" marL="457200" rtl="0">
      <a:defRPr sz="1800" kern="1200">
        <a:solidFill>
          <a:schemeClr val="tx1"/>
        </a:solidFill>
        <a:latin typeface="+mn-lt"/>
        <a:ea typeface="+mn-ea"/>
        <a:cs typeface="+mn-cs"/>
      </a:defRPr>
    </a:lvl2pPr>
    <a:lvl3pPr algn="l" defTabSz="914400" eaLnBrk="1" hangingPunct="1" latinLnBrk="0" marL="914400" rtl="0">
      <a:defRPr sz="1800" kern="1200">
        <a:solidFill>
          <a:schemeClr val="tx1"/>
        </a:solidFill>
        <a:latin typeface="+mn-lt"/>
        <a:ea typeface="+mn-ea"/>
        <a:cs typeface="+mn-cs"/>
      </a:defRPr>
    </a:lvl3pPr>
    <a:lvl4pPr algn="l" defTabSz="914400" eaLnBrk="1" hangingPunct="1" latinLnBrk="0" marL="1371600" rtl="0">
      <a:defRPr sz="1800" kern="1200">
        <a:solidFill>
          <a:schemeClr val="tx1"/>
        </a:solidFill>
        <a:latin typeface="+mn-lt"/>
        <a:ea typeface="+mn-ea"/>
        <a:cs typeface="+mn-cs"/>
      </a:defRPr>
    </a:lvl4pPr>
    <a:lvl5pPr algn="l" defTabSz="914400" eaLnBrk="1" hangingPunct="1" latinLnBrk="0" marL="1828800" rtl="0">
      <a:defRPr sz="1800" kern="1200">
        <a:solidFill>
          <a:schemeClr val="tx1"/>
        </a:solidFill>
        <a:latin typeface="+mn-lt"/>
        <a:ea typeface="+mn-ea"/>
        <a:cs typeface="+mn-cs"/>
      </a:defRPr>
    </a:lvl5pPr>
    <a:lvl6pPr algn="l" defTabSz="914400" eaLnBrk="1" hangingPunct="1" latinLnBrk="0" marL="2286000" rtl="0">
      <a:defRPr sz="1800" kern="12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sz="1800" kern="12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sz="1800" kern="12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 xmlns:r="http://schemas.openxmlformats.org/officeDocument/2006/relationships" xmlns:a="http://schemas.openxmlformats.org/drawing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 xmlns:r="http://schemas.openxmlformats.org/officeDocument/2006/relationships" xmlns:a="http://schemas.openxmlformats.org/drawingml/2006/main" lastView="sldThumbnailView">
  <p:normalViewPr horzBarState="maximized">
    <p:restoredLeft sz="21263" autoAdjust="0"/>
    <p:restoredTop sz="94719" autoAdjust="0"/>
  </p:normalViewPr>
  <p:slideViewPr>
    <p:cSldViewPr snapToGrid="0">
      <p:cViewPr>
        <p:scale>
          <a:sx n="70" d="100"/>
          <a:sy n="70" d="100"/>
        </p:scale>
        <p:origin x="258" y="174"/>
      </p:cViewPr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slide" Target="slides/slide15.xml"/><Relationship Id="rId18" Type="http://schemas.openxmlformats.org/officeDocument/2006/relationships/tableStyles" Target="tableStyles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/Relationships>
</file>

<file path=ppt/notesMasters/_rels/notesMaster1.xml.rels><?xml version="1.0" encoding="UTF-8" standalone="yes"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5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90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2" y="1"/>
            <a:ext cx="3076575" cy="512763"/>
          </a:xfrm>
          <a:prstGeom prst="rect"/>
          <a:noFill/>
          <a:ln w="9525">
            <a:noFill/>
            <a:miter lim="800000"/>
            <a:headEnd/>
            <a:tailEnd/>
          </a:ln>
          <a:effectLst/>
        </p:spPr>
        <p:txBody>
          <a:bodyPr anchor="t" anchorCtr="0" bIns="45745" compatLnSpc="1" lIns="91492" numCol="1" rIns="91492" tIns="45745" vert="horz" wrap="square">
            <a:prstTxWarp prst="textNoShape"/>
          </a:bodyPr>
          <a:lstStyle>
            <a:lvl1pPr algn="l">
              <a:defRPr sz="1100"/>
            </a:lvl1pPr>
          </a:lstStyle>
          <a:p>
            <a:endParaRPr lang="en-US"/>
          </a:p>
        </p:txBody>
      </p:sp>
      <p:sp>
        <p:nvSpPr>
          <p:cNvPr id="104890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021139" y="1"/>
            <a:ext cx="3076575" cy="512763"/>
          </a:xfrm>
          <a:prstGeom prst="rect"/>
          <a:noFill/>
          <a:ln w="9525">
            <a:noFill/>
            <a:miter lim="800000"/>
            <a:headEnd/>
            <a:tailEnd/>
          </a:ln>
          <a:effectLst/>
        </p:spPr>
        <p:txBody>
          <a:bodyPr anchor="t" anchorCtr="0" bIns="45745" compatLnSpc="1" lIns="91492" numCol="1" rIns="91492" tIns="45745" vert="horz" wrap="square">
            <a:prstTxWarp prst="textNoShape"/>
          </a:bodyPr>
          <a:lstStyle>
            <a:lvl1pPr algn="r">
              <a:defRPr sz="1100"/>
            </a:lvl1pPr>
          </a:lstStyle>
          <a:p>
            <a:endParaRPr lang="en-US"/>
          </a:p>
        </p:txBody>
      </p:sp>
      <p:sp>
        <p:nvSpPr>
          <p:cNvPr id="1048906" name="Rectangle 4"/>
          <p:cNvSpPr>
            <a:spLocks noChangeAspect="1" noRot="1" noGrp="1" noChangeArrowheads="1" noTextEdit="1"/>
          </p:cNvSpPr>
          <p:nvPr>
            <p:ph type="sldImg" idx="2"/>
          </p:nvPr>
        </p:nvSpPr>
        <p:spPr bwMode="auto">
          <a:xfrm>
            <a:off x="990600" y="766763"/>
            <a:ext cx="5118100" cy="3838575"/>
          </a:xfrm>
          <a:prstGeom prst="rect"/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</p:spPr>
      </p:sp>
      <p:sp>
        <p:nvSpPr>
          <p:cNvPr id="104890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09614" y="4862514"/>
            <a:ext cx="5680075" cy="4605337"/>
          </a:xfrm>
          <a:prstGeom prst="rect"/>
          <a:noFill/>
          <a:ln w="9525">
            <a:noFill/>
            <a:miter lim="800000"/>
            <a:headEnd/>
            <a:tailEnd/>
          </a:ln>
          <a:effectLst/>
        </p:spPr>
        <p:txBody>
          <a:bodyPr anchor="t" anchorCtr="0" bIns="45745" compatLnSpc="1" lIns="91492" numCol="1" rIns="91492" tIns="45745" vert="horz" wrap="square">
            <a:prstTxWarp prst="textNoShape"/>
          </a:bodyPr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104890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2" y="9720264"/>
            <a:ext cx="3076575" cy="512762"/>
          </a:xfrm>
          <a:prstGeom prst="rect"/>
          <a:noFill/>
          <a:ln w="9525">
            <a:noFill/>
            <a:miter lim="800000"/>
            <a:headEnd/>
            <a:tailEnd/>
          </a:ln>
          <a:effectLst/>
        </p:spPr>
        <p:txBody>
          <a:bodyPr anchor="b" anchorCtr="0" bIns="45745" compatLnSpc="1" lIns="91492" numCol="1" rIns="91492" tIns="45745" vert="horz" wrap="square">
            <a:prstTxWarp prst="textNoShape"/>
          </a:bodyPr>
          <a:lstStyle>
            <a:lvl1pPr algn="l">
              <a:defRPr sz="1100"/>
            </a:lvl1pPr>
          </a:lstStyle>
          <a:p>
            <a:endParaRPr lang="en-US"/>
          </a:p>
        </p:txBody>
      </p:sp>
      <p:sp>
        <p:nvSpPr>
          <p:cNvPr id="104890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021139" y="9720264"/>
            <a:ext cx="3076575" cy="512762"/>
          </a:xfrm>
          <a:prstGeom prst="rect"/>
          <a:noFill/>
          <a:ln w="9525">
            <a:noFill/>
            <a:miter lim="800000"/>
            <a:headEnd/>
            <a:tailEnd/>
          </a:ln>
          <a:effectLst/>
        </p:spPr>
        <p:txBody>
          <a:bodyPr anchor="b" anchorCtr="0" bIns="45745" compatLnSpc="1" lIns="91492" numCol="1" rIns="91492" tIns="45745" vert="horz" wrap="square">
            <a:prstTxWarp prst="textNoShape"/>
          </a:bodyPr>
          <a:lstStyle>
            <a:lvl1pPr algn="r">
              <a:defRPr sz="1100"/>
            </a:lvl1pPr>
          </a:lstStyle>
          <a:p>
            <a:fld id="{A9A0EA98-5831-4853-B862-C702E6EB345C}" type="slidenum">
              <a:rPr lang="en-US"/>
              <a:t>‹#›</a:t>
            </a:fld>
            <a:endParaRPr lang="en-US"/>
          </a:p>
        </p:txBody>
      </p:sp>
    </p:spTree>
  </p:cSld>
  <p:clrMap accent1="accent1" accent2="accent2" accent3="accent3" accent4="accent4" accent5="accent5" accent6="accent6" bg1="lt1" bg2="lt2" tx1="dk1" tx2="dk2" hlink="hlink" folHlink="folHlink"/>
  <p:notesStyle>
    <a:lvl1pPr algn="l" fontAlgn="base" rtl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algn="l" fontAlgn="base" marL="457200" rtl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algn="l" fontAlgn="base" marL="914400" rtl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algn="l" fontAlgn="base" marL="1371600" rtl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algn="l" fontAlgn="base" marL="1828800" rtl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algn="l" defTabSz="914400" eaLnBrk="1" hangingPunct="1" latinLnBrk="0" marL="2286000" rtl="0">
      <a:defRPr sz="1200" kern="12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sz="1200" kern="12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sz="1200" kern="12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title">
  <p:cSld name="Diapositive de titre">
    <p:spTree>
      <p:nvGrpSpPr>
        <p:cNvPr id="4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49" name="Titr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1048850" name="Sous-titr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algn="ctr" indent="0" marL="0">
              <a:buNone/>
              <a:defRPr sz="2400"/>
            </a:lvl1pPr>
            <a:lvl2pPr algn="ctr" indent="0" marL="457200">
              <a:buNone/>
              <a:defRPr sz="2000"/>
            </a:lvl2pPr>
            <a:lvl3pPr algn="ctr" indent="0" marL="914400">
              <a:buNone/>
              <a:defRPr sz="1800"/>
            </a:lvl3pPr>
            <a:lvl4pPr algn="ctr" indent="0" marL="1371600">
              <a:buNone/>
              <a:defRPr sz="1600"/>
            </a:lvl4pPr>
            <a:lvl5pPr algn="ctr" indent="0" marL="1828800">
              <a:buNone/>
              <a:defRPr sz="1600"/>
            </a:lvl5pPr>
            <a:lvl6pPr algn="ctr" indent="0" marL="2286000">
              <a:buNone/>
              <a:defRPr sz="1600"/>
            </a:lvl6pPr>
            <a:lvl7pPr algn="ctr" indent="0" marL="2743200">
              <a:buNone/>
              <a:defRPr sz="1600"/>
            </a:lvl7pPr>
            <a:lvl8pPr algn="ctr" indent="0" marL="3200400">
              <a:buNone/>
              <a:defRPr sz="1600"/>
            </a:lvl8pPr>
            <a:lvl9pPr algn="ctr" indent="0" marL="3657600">
              <a:buNone/>
              <a:defRPr sz="1600"/>
            </a:lvl9pPr>
          </a:lstStyle>
          <a:p>
            <a:r>
              <a:rPr lang="fr-FR" smtClean="0"/>
              <a:t>Modifier le style des sous-titres du masque</a:t>
            </a:r>
            <a:endParaRPr lang="fr-FR"/>
          </a:p>
        </p:txBody>
      </p:sp>
      <p:sp>
        <p:nvSpPr>
          <p:cNvPr id="1048851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AF2EF08A-6C5D-4A35-A8BE-FA9F12D64378}" type="datetimeFigureOut">
              <a:rPr lang="fr-FR" smtClean="0"/>
              <a:t>25/09/2026</a:t>
            </a:fld>
            <a:endParaRPr lang="fr-FR"/>
          </a:p>
        </p:txBody>
      </p:sp>
      <p:sp>
        <p:nvSpPr>
          <p:cNvPr id="1048852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fr-FR"/>
          </a:p>
        </p:txBody>
      </p:sp>
      <p:sp>
        <p:nvSpPr>
          <p:cNvPr id="1048853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7F6D479-4C4A-491C-9C7E-75B6D838E7E1}" type="slidenum">
              <a:rPr lang="fr-FR" smtClean="0"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re et contenu">
    <p:spTree>
      <p:nvGrpSpPr>
        <p:cNvPr id="5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63" name="Titr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1048864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1048865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AF2EF08A-6C5D-4A35-A8BE-FA9F12D64378}" type="datetimeFigureOut">
              <a:rPr lang="fr-FR" smtClean="0"/>
              <a:t>25/09/2026</a:t>
            </a:fld>
            <a:endParaRPr lang="fr-FR"/>
          </a:p>
        </p:txBody>
      </p:sp>
      <p:sp>
        <p:nvSpPr>
          <p:cNvPr id="1048866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fr-FR"/>
          </a:p>
        </p:txBody>
      </p:sp>
      <p:sp>
        <p:nvSpPr>
          <p:cNvPr id="1048867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7F6D479-4C4A-491C-9C7E-75B6D838E7E1}" type="slidenum">
              <a:rPr lang="fr-FR" smtClean="0"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secHead">
  <p:cSld name="Titre de section">
    <p:spTree>
      <p:nvGrpSpPr>
        <p:cNvPr id="5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79" name="Titr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1048880" name="Espace réservé du texte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indent="0" marL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indent="0" marL="45720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indent="0" marL="91440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indent="0" marL="137160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indent="0" marL="182880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indent="0" marL="228600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indent="0" marL="274320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indent="0" marL="320040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indent="0" marL="365760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1048881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AF2EF08A-6C5D-4A35-A8BE-FA9F12D64378}" type="datetimeFigureOut">
              <a:rPr lang="fr-FR" smtClean="0"/>
              <a:t>25/09/2026</a:t>
            </a:fld>
            <a:endParaRPr lang="fr-FR"/>
          </a:p>
        </p:txBody>
      </p:sp>
      <p:sp>
        <p:nvSpPr>
          <p:cNvPr id="1048882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fr-FR"/>
          </a:p>
        </p:txBody>
      </p:sp>
      <p:sp>
        <p:nvSpPr>
          <p:cNvPr id="1048883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7F6D479-4C4A-491C-9C7E-75B6D838E7E1}" type="slidenum">
              <a:rPr lang="fr-FR" smtClean="0"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twoObj">
  <p:cSld name="Deux contenus">
    <p:spTree>
      <p:nvGrpSpPr>
        <p:cNvPr id="5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84" name="Titr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1048885" name="Espace réservé du contenu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1048886" name="Espace réservé du contenu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1048887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AF2EF08A-6C5D-4A35-A8BE-FA9F12D64378}" type="datetimeFigureOut">
              <a:rPr lang="fr-FR" smtClean="0"/>
              <a:t>25/09/2026</a:t>
            </a:fld>
            <a:endParaRPr lang="fr-FR"/>
          </a:p>
        </p:txBody>
      </p:sp>
      <p:sp>
        <p:nvSpPr>
          <p:cNvPr id="1048888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fr-FR"/>
          </a:p>
        </p:txBody>
      </p:sp>
      <p:sp>
        <p:nvSpPr>
          <p:cNvPr id="1048889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7F6D479-4C4A-491C-9C7E-75B6D838E7E1}" type="slidenum">
              <a:rPr lang="fr-FR" smtClean="0"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twoTxTwoObj">
  <p:cSld name="Comparaison">
    <p:spTree>
      <p:nvGrpSpPr>
        <p:cNvPr id="5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90" name="Titr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1048891" name="Espace réservé du texte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indent="0" marL="0">
              <a:buNone/>
              <a:defRPr b="1" sz="2400"/>
            </a:lvl1pPr>
            <a:lvl2pPr indent="0" marL="457200">
              <a:buNone/>
              <a:defRPr b="1" sz="2000"/>
            </a:lvl2pPr>
            <a:lvl3pPr indent="0" marL="914400">
              <a:buNone/>
              <a:defRPr b="1" sz="1800"/>
            </a:lvl3pPr>
            <a:lvl4pPr indent="0" marL="1371600">
              <a:buNone/>
              <a:defRPr b="1" sz="1600"/>
            </a:lvl4pPr>
            <a:lvl5pPr indent="0" marL="1828800">
              <a:buNone/>
              <a:defRPr b="1" sz="1600"/>
            </a:lvl5pPr>
            <a:lvl6pPr indent="0" marL="2286000">
              <a:buNone/>
              <a:defRPr b="1" sz="1600"/>
            </a:lvl6pPr>
            <a:lvl7pPr indent="0" marL="2743200">
              <a:buNone/>
              <a:defRPr b="1" sz="1600"/>
            </a:lvl7pPr>
            <a:lvl8pPr indent="0" marL="3200400">
              <a:buNone/>
              <a:defRPr b="1" sz="1600"/>
            </a:lvl8pPr>
            <a:lvl9pPr indent="0" marL="3657600">
              <a:buNone/>
              <a:defRPr b="1" sz="1600"/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1048892" name="Espace réservé du contenu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1048893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indent="0" marL="0">
              <a:buNone/>
              <a:defRPr b="1" sz="2400"/>
            </a:lvl1pPr>
            <a:lvl2pPr indent="0" marL="457200">
              <a:buNone/>
              <a:defRPr b="1" sz="2000"/>
            </a:lvl2pPr>
            <a:lvl3pPr indent="0" marL="914400">
              <a:buNone/>
              <a:defRPr b="1" sz="1800"/>
            </a:lvl3pPr>
            <a:lvl4pPr indent="0" marL="1371600">
              <a:buNone/>
              <a:defRPr b="1" sz="1600"/>
            </a:lvl4pPr>
            <a:lvl5pPr indent="0" marL="1828800">
              <a:buNone/>
              <a:defRPr b="1" sz="1600"/>
            </a:lvl5pPr>
            <a:lvl6pPr indent="0" marL="2286000">
              <a:buNone/>
              <a:defRPr b="1" sz="1600"/>
            </a:lvl6pPr>
            <a:lvl7pPr indent="0" marL="2743200">
              <a:buNone/>
              <a:defRPr b="1" sz="1600"/>
            </a:lvl7pPr>
            <a:lvl8pPr indent="0" marL="3200400">
              <a:buNone/>
              <a:defRPr b="1" sz="1600"/>
            </a:lvl8pPr>
            <a:lvl9pPr indent="0" marL="3657600">
              <a:buNone/>
              <a:defRPr b="1" sz="1600"/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1048894" name="Espace réservé du contenu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1048895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AF2EF08A-6C5D-4A35-A8BE-FA9F12D64378}" type="datetimeFigureOut">
              <a:rPr lang="fr-FR" smtClean="0"/>
              <a:t>25/09/2026</a:t>
            </a:fld>
            <a:endParaRPr lang="fr-FR"/>
          </a:p>
        </p:txBody>
      </p:sp>
      <p:sp>
        <p:nvSpPr>
          <p:cNvPr id="1048896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fr-FR"/>
          </a:p>
        </p:txBody>
      </p:sp>
      <p:sp>
        <p:nvSpPr>
          <p:cNvPr id="1048897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7F6D479-4C4A-491C-9C7E-75B6D838E7E1}" type="slidenum">
              <a:rPr lang="fr-FR" smtClean="0"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titleOnly">
  <p:cSld name="Titre seul">
    <p:spTree>
      <p:nvGrpSpPr>
        <p:cNvPr id="4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54" name="Titr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1048855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AF2EF08A-6C5D-4A35-A8BE-FA9F12D64378}" type="datetimeFigureOut">
              <a:rPr lang="fr-FR" smtClean="0"/>
              <a:t>25/09/2026</a:t>
            </a:fld>
            <a:endParaRPr lang="fr-FR"/>
          </a:p>
        </p:txBody>
      </p:sp>
      <p:sp>
        <p:nvSpPr>
          <p:cNvPr id="1048856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fr-FR"/>
          </a:p>
        </p:txBody>
      </p:sp>
      <p:sp>
        <p:nvSpPr>
          <p:cNvPr id="1048857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7F6D479-4C4A-491C-9C7E-75B6D838E7E1}" type="slidenum">
              <a:rPr lang="fr-FR" smtClean="0"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blank">
  <p:cSld name="Vide">
    <p:spTree>
      <p:nvGrpSpPr>
        <p:cNvPr id="2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81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AF2EF08A-6C5D-4A35-A8BE-FA9F12D64378}" type="datetimeFigureOut">
              <a:rPr lang="fr-FR" smtClean="0"/>
              <a:t>25/09/2026</a:t>
            </a:fld>
            <a:endParaRPr lang="fr-FR"/>
          </a:p>
        </p:txBody>
      </p:sp>
      <p:sp>
        <p:nvSpPr>
          <p:cNvPr id="1048582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fr-FR"/>
          </a:p>
        </p:txBody>
      </p:sp>
      <p:sp>
        <p:nvSpPr>
          <p:cNvPr id="1048583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7F6D479-4C4A-491C-9C7E-75B6D838E7E1}" type="slidenum">
              <a:rPr lang="fr-FR" smtClean="0"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Tx">
  <p:cSld name="Contenu avec légende">
    <p:spTree>
      <p:nvGrpSpPr>
        <p:cNvPr id="5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98" name="Titr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1048899" name="Espace réservé du contenu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1048900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indent="0" marL="0">
              <a:buNone/>
              <a:defRPr sz="1600"/>
            </a:lvl1pPr>
            <a:lvl2pPr indent="0" marL="457200">
              <a:buNone/>
              <a:defRPr sz="1400"/>
            </a:lvl2pPr>
            <a:lvl3pPr indent="0" marL="914400">
              <a:buNone/>
              <a:defRPr sz="1200"/>
            </a:lvl3pPr>
            <a:lvl4pPr indent="0" marL="1371600">
              <a:buNone/>
              <a:defRPr sz="1000"/>
            </a:lvl4pPr>
            <a:lvl5pPr indent="0" marL="1828800">
              <a:buNone/>
              <a:defRPr sz="1000"/>
            </a:lvl5pPr>
            <a:lvl6pPr indent="0" marL="2286000">
              <a:buNone/>
              <a:defRPr sz="1000"/>
            </a:lvl6pPr>
            <a:lvl7pPr indent="0" marL="2743200">
              <a:buNone/>
              <a:defRPr sz="1000"/>
            </a:lvl7pPr>
            <a:lvl8pPr indent="0" marL="3200400">
              <a:buNone/>
              <a:defRPr sz="1000"/>
            </a:lvl8pPr>
            <a:lvl9pPr indent="0" marL="3657600">
              <a:buNone/>
              <a:defRPr sz="1000"/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1048901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AF2EF08A-6C5D-4A35-A8BE-FA9F12D64378}" type="datetimeFigureOut">
              <a:rPr lang="fr-FR" smtClean="0"/>
              <a:t>25/09/2026</a:t>
            </a:fld>
            <a:endParaRPr lang="fr-FR"/>
          </a:p>
        </p:txBody>
      </p:sp>
      <p:sp>
        <p:nvSpPr>
          <p:cNvPr id="1048902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fr-FR"/>
          </a:p>
        </p:txBody>
      </p:sp>
      <p:sp>
        <p:nvSpPr>
          <p:cNvPr id="1048903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7F6D479-4C4A-491C-9C7E-75B6D838E7E1}" type="slidenum">
              <a:rPr lang="fr-FR" smtClean="0"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picTx">
  <p:cSld name="Image avec légende">
    <p:spTree>
      <p:nvGrpSpPr>
        <p:cNvPr id="5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68" name="Titr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1048869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indent="0" marL="0">
              <a:buNone/>
              <a:defRPr sz="3200"/>
            </a:lvl1pPr>
            <a:lvl2pPr indent="0" marL="457200">
              <a:buNone/>
              <a:defRPr sz="2800"/>
            </a:lvl2pPr>
            <a:lvl3pPr indent="0" marL="914400">
              <a:buNone/>
              <a:defRPr sz="2400"/>
            </a:lvl3pPr>
            <a:lvl4pPr indent="0" marL="1371600">
              <a:buNone/>
              <a:defRPr sz="2000"/>
            </a:lvl4pPr>
            <a:lvl5pPr indent="0" marL="1828800">
              <a:buNone/>
              <a:defRPr sz="2000"/>
            </a:lvl5pPr>
            <a:lvl6pPr indent="0" marL="2286000">
              <a:buNone/>
              <a:defRPr sz="2000"/>
            </a:lvl6pPr>
            <a:lvl7pPr indent="0" marL="2743200">
              <a:buNone/>
              <a:defRPr sz="2000"/>
            </a:lvl7pPr>
            <a:lvl8pPr indent="0" marL="3200400">
              <a:buNone/>
              <a:defRPr sz="2000"/>
            </a:lvl8pPr>
            <a:lvl9pPr indent="0" marL="3657600">
              <a:buNone/>
              <a:defRPr sz="2000"/>
            </a:lvl9pPr>
          </a:lstStyle>
          <a:p>
            <a:endParaRPr lang="fr-FR"/>
          </a:p>
        </p:txBody>
      </p:sp>
      <p:sp>
        <p:nvSpPr>
          <p:cNvPr id="1048870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indent="0" marL="0">
              <a:buNone/>
              <a:defRPr sz="1600"/>
            </a:lvl1pPr>
            <a:lvl2pPr indent="0" marL="457200">
              <a:buNone/>
              <a:defRPr sz="1400"/>
            </a:lvl2pPr>
            <a:lvl3pPr indent="0" marL="914400">
              <a:buNone/>
              <a:defRPr sz="1200"/>
            </a:lvl3pPr>
            <a:lvl4pPr indent="0" marL="1371600">
              <a:buNone/>
              <a:defRPr sz="1000"/>
            </a:lvl4pPr>
            <a:lvl5pPr indent="0" marL="1828800">
              <a:buNone/>
              <a:defRPr sz="1000"/>
            </a:lvl5pPr>
            <a:lvl6pPr indent="0" marL="2286000">
              <a:buNone/>
              <a:defRPr sz="1000"/>
            </a:lvl6pPr>
            <a:lvl7pPr indent="0" marL="2743200">
              <a:buNone/>
              <a:defRPr sz="1000"/>
            </a:lvl7pPr>
            <a:lvl8pPr indent="0" marL="3200400">
              <a:buNone/>
              <a:defRPr sz="1000"/>
            </a:lvl8pPr>
            <a:lvl9pPr indent="0" marL="3657600">
              <a:buNone/>
              <a:defRPr sz="1000"/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1048871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AF2EF08A-6C5D-4A35-A8BE-FA9F12D64378}" type="datetimeFigureOut">
              <a:rPr lang="fr-FR" smtClean="0"/>
              <a:t>25/09/2026</a:t>
            </a:fld>
            <a:endParaRPr lang="fr-FR"/>
          </a:p>
        </p:txBody>
      </p:sp>
      <p:sp>
        <p:nvSpPr>
          <p:cNvPr id="1048872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fr-FR"/>
          </a:p>
        </p:txBody>
      </p:sp>
      <p:sp>
        <p:nvSpPr>
          <p:cNvPr id="1048873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7F6D479-4C4A-491C-9C7E-75B6D838E7E1}" type="slidenum">
              <a:rPr lang="fr-FR" smtClean="0"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vertTx">
  <p:cSld name="Titre et texte vertical">
    <p:spTree>
      <p:nvGrpSpPr>
        <p:cNvPr id="5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74" name="Titr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1048875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1048876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AF2EF08A-6C5D-4A35-A8BE-FA9F12D64378}" type="datetimeFigureOut">
              <a:rPr lang="fr-FR" smtClean="0"/>
              <a:t>25/09/2026</a:t>
            </a:fld>
            <a:endParaRPr lang="fr-FR"/>
          </a:p>
        </p:txBody>
      </p:sp>
      <p:sp>
        <p:nvSpPr>
          <p:cNvPr id="1048877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fr-FR"/>
          </a:p>
        </p:txBody>
      </p:sp>
      <p:sp>
        <p:nvSpPr>
          <p:cNvPr id="1048878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7F6D479-4C4A-491C-9C7E-75B6D838E7E1}" type="slidenum">
              <a:rPr lang="fr-FR" smtClean="0"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vertTitleAndTx">
  <p:cSld name="Titre vertical et texte">
    <p:spTree>
      <p:nvGrpSpPr>
        <p:cNvPr id="5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58" name="Titre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1048859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1048860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AF2EF08A-6C5D-4A35-A8BE-FA9F12D64378}" type="datetimeFigureOut">
              <a:rPr lang="fr-FR" smtClean="0"/>
              <a:t>25/09/2026</a:t>
            </a:fld>
            <a:endParaRPr lang="fr-FR"/>
          </a:p>
        </p:txBody>
      </p:sp>
      <p:sp>
        <p:nvSpPr>
          <p:cNvPr id="1048861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fr-FR"/>
          </a:p>
        </p:txBody>
      </p:sp>
      <p:sp>
        <p:nvSpPr>
          <p:cNvPr id="1048862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7F6D479-4C4A-491C-9C7E-75B6D838E7E1}" type="slidenum">
              <a:rPr lang="fr-FR" smtClean="0"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76" name="Espace réservé du titr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/>
        </p:spPr>
        <p:txBody>
          <a:bodyPr anchor="ctr" bIns="45720" lIns="91440" rIns="91440" rtlCol="0" tIns="45720" vert="horz">
            <a:normAutofit/>
          </a:bodyPr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1048577" name="Espace réservé du texte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/>
        </p:spPr>
        <p:txBody>
          <a:bodyPr bIns="45720" lIns="91440" rIns="91440" rtlCol="0" tIns="45720" vert="horz">
            <a:normAutofit/>
          </a:bodyPr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1048578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/>
        </p:spPr>
        <p:txBody>
          <a:bodyPr anchor="ctr" bIns="45720" lIns="91440" rIns="91440" rtlCol="0" tIns="45720" vert="horz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F2EF08A-6C5D-4A35-A8BE-FA9F12D64378}" type="datetimeFigureOut">
              <a:rPr lang="fr-FR" smtClean="0"/>
              <a:t>25/09/2026</a:t>
            </a:fld>
            <a:endParaRPr lang="fr-FR"/>
          </a:p>
        </p:txBody>
      </p:sp>
      <p:sp>
        <p:nvSpPr>
          <p:cNvPr id="1048579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/>
        </p:spPr>
        <p:txBody>
          <a:bodyPr anchor="ctr" bIns="45720" lIns="91440" rIns="91440" rtlCol="0" tIns="45720" vert="horz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1048580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/>
        </p:spPr>
        <p:txBody>
          <a:bodyPr anchor="ctr" bIns="45720" lIns="91440" rIns="91440" rtlCol="0" tIns="45720" vert="horz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7F6D479-4C4A-491C-9C7E-75B6D838E7E1}" type="slidenum">
              <a:rPr lang="fr-FR" smtClean="0"/>
              <a:t>‹N°›</a:t>
            </a:fld>
            <a:endParaRPr lang="fr-FR"/>
          </a:p>
        </p:txBody>
      </p:sp>
    </p:spTree>
  </p:cSld>
  <p:clrMap accent1="accent1" accent2="accent2" accent3="accent3" accent4="accent4" accent5="accent5" accent6="accent6" bg1="lt1" bg2="lt2" tx1="dk1" tx2="dk2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eaLnBrk="1" hangingPunct="1" latinLnBrk="0" rtl="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914400" eaLnBrk="1" hangingPunct="1" indent="-228600" latinLnBrk="0" marL="228600" rtl="0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algn="l" defTabSz="914400" eaLnBrk="1" hangingPunct="1" indent="-228600" latinLnBrk="0" marL="685800" rtl="0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algn="l" defTabSz="914400" eaLnBrk="1" hangingPunct="1" indent="-228600" latinLnBrk="0" marL="1143000" rtl="0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algn="l" defTabSz="914400" eaLnBrk="1" hangingPunct="1" indent="-228600" latinLnBrk="0" marL="1600200" rtl="0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algn="l" defTabSz="914400" eaLnBrk="1" hangingPunct="1" indent="-228600" latinLnBrk="0" marL="2057400" rtl="0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algn="l" defTabSz="914400" eaLnBrk="1" hangingPunct="1" indent="-228600" latinLnBrk="0" marL="2514600" rtl="0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algn="l" defTabSz="914400" eaLnBrk="1" hangingPunct="1" indent="-228600" latinLnBrk="0" marL="2971800" rtl="0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algn="l" defTabSz="914400" eaLnBrk="1" hangingPunct="1" indent="-228600" latinLnBrk="0" marL="3429000" rtl="0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algn="l" defTabSz="914400" eaLnBrk="1" hangingPunct="1" indent="-228600" latinLnBrk="0" marL="3886200" rtl="0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algn="l" defTabSz="914400" eaLnBrk="1" hangingPunct="1" latinLnBrk="0" marL="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algn="l" defTabSz="914400" eaLnBrk="1" hangingPunct="1" latinLnBrk="0" marL="4572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algn="l" defTabSz="914400" eaLnBrk="1" hangingPunct="1" latinLnBrk="0" marL="9144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algn="l" defTabSz="914400" eaLnBrk="1" hangingPunct="1" latinLnBrk="0" marL="13716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algn="l" defTabSz="914400" eaLnBrk="1" hangingPunct="1" latinLnBrk="0" marL="18288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algn="l" defTabSz="914400" eaLnBrk="1" hangingPunct="1" latinLnBrk="0" marL="22860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algn="l" defTabSz="914400" eaLnBrk="1" hangingPunct="1" latinLnBrk="0" marL="27432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algn="l" defTabSz="914400" eaLnBrk="1" hangingPunct="1" latinLnBrk="0" marL="32004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algn="l" defTabSz="914400" eaLnBrk="1" hangingPunct="1" latinLnBrk="0" marL="36576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image" Target="../media/image2.jpeg"/><Relationship Id="rId3" Type="http://schemas.openxmlformats.org/officeDocument/2006/relationships/slideLayout" Target="../slideLayouts/slideLayout7.xm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image" Target="../media/image2.jpeg"/><Relationship Id="rId2" Type="http://schemas.openxmlformats.org/officeDocument/2006/relationships/slideLayout" Target="../slideLayouts/slideLayout7.xml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image" Target="../media/image2.jpeg"/><Relationship Id="rId2" Type="http://schemas.openxmlformats.org/officeDocument/2006/relationships/slideLayout" Target="../slideLayouts/slideLayout7.xml"/></Relationships>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image" Target="../media/image2.jpeg"/><Relationship Id="rId2" Type="http://schemas.openxmlformats.org/officeDocument/2006/relationships/slideLayout" Target="../slideLayouts/slideLayout7.xml"/></Relationships>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image" Target="../media/image2.jpeg"/><Relationship Id="rId2" Type="http://schemas.openxmlformats.org/officeDocument/2006/relationships/slideLayout" Target="../slideLayouts/slideLayout7.xml"/></Relationships>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image" Target="../media/image2.jpeg"/><Relationship Id="rId2" Type="http://schemas.openxmlformats.org/officeDocument/2006/relationships/slideLayout" Target="../slideLayouts/slideLayout7.xml"/></Relationships>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image" Target="../media/image2.jpeg"/><Relationship Id="rId2" Type="http://schemas.openxmlformats.org/officeDocument/2006/relationships/slideLayout" Target="../slideLayouts/slideLayout7.xml"/></Relationships>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image" Target="../media/image2.jpeg"/><Relationship Id="rId2" Type="http://schemas.openxmlformats.org/officeDocument/2006/relationships/slideLayout" Target="../slideLayouts/slideLayout7.xml"/></Relationships>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image" Target="../media/image3.jpeg"/><Relationship Id="rId2" Type="http://schemas.openxmlformats.org/officeDocument/2006/relationships/image" Target="../media/image4.jpeg"/><Relationship Id="rId3" Type="http://schemas.openxmlformats.org/officeDocument/2006/relationships/slideLayout" Target="../slideLayouts/slideLayout7.xml"/></Relationships>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image" Target="../media/image2.jpeg"/><Relationship Id="rId2" Type="http://schemas.openxmlformats.org/officeDocument/2006/relationships/slideLayout" Target="../slideLayouts/slideLayout7.xml"/></Relationships>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image" Target="../media/image2.jpeg"/><Relationship Id="rId2" Type="http://schemas.openxmlformats.org/officeDocument/2006/relationships/slideLayout" Target="../slideLayouts/slideLayout7.xml"/></Relationships>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image" Target="../media/image2.jpeg"/><Relationship Id="rId2" Type="http://schemas.openxmlformats.org/officeDocument/2006/relationships/slideLayout" Target="../slideLayouts/slideLayout7.xml"/></Relationships>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image" Target="../media/image5.jpeg"/><Relationship Id="rId2" Type="http://schemas.openxmlformats.org/officeDocument/2006/relationships/image" Target="../media/image2.jpeg"/><Relationship Id="rId3" Type="http://schemas.openxmlformats.org/officeDocument/2006/relationships/slideLayout" Target="../slideLayouts/slideLayout7.xml"/></Relationships>
</file>

<file path=ppt/slides/_rels/slide14.xml.rels><?xml version="1.0" encoding="UTF-8" standalone="yes"?>
<Relationships xmlns="http://schemas.openxmlformats.org/package/2006/relationships"><Relationship Id="rId1" Type="http://schemas.openxmlformats.org/officeDocument/2006/relationships/image" Target="../media/image2.jpeg"/><Relationship Id="rId2" Type="http://schemas.openxmlformats.org/officeDocument/2006/relationships/slideLayout" Target="../slideLayouts/slideLayout7.xml"/></Relationships>
</file>

<file path=ppt/slides/_rels/slide15.xml.rels><?xml version="1.0" encoding="UTF-8" standalone="yes"?>
<Relationships xmlns="http://schemas.openxmlformats.org/package/2006/relationships"><Relationship Id="rId1" Type="http://schemas.openxmlformats.org/officeDocument/2006/relationships/image" Target="../media/image6.jpeg"/><Relationship Id="rId2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7157" name="Image 1"/>
          <p:cNvPicPr>
            <a:picLocks noChangeAspect="1"/>
          </p:cNvPicPr>
          <p:nvPr/>
        </p:nvPicPr>
        <p:blipFill>
          <a:blip xmlns:r="http://schemas.openxmlformats.org/officeDocument/2006/relationships" r:embed="rId1"/>
          <a:stretch>
            <a:fillRect/>
          </a:stretch>
        </p:blipFill>
        <p:spPr>
          <a:xfrm>
            <a:off x="6925235" y="0"/>
            <a:ext cx="5266765" cy="6858000"/>
          </a:xfrm>
          <a:prstGeom prst="rect"/>
        </p:spPr>
      </p:pic>
      <p:sp>
        <p:nvSpPr>
          <p:cNvPr id="1048651" name="Rectangle 2"/>
          <p:cNvSpPr/>
          <p:nvPr/>
        </p:nvSpPr>
        <p:spPr>
          <a:xfrm>
            <a:off x="-7846" y="0"/>
            <a:ext cx="6925235" cy="6858000"/>
          </a:xfrm>
          <a:prstGeom prst="rect"/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  <a:endParaRPr lang="fr-FR"/>
          </a:p>
        </p:txBody>
      </p:sp>
      <p:sp>
        <p:nvSpPr>
          <p:cNvPr id="1048652" name="ZoneTexte 3"/>
          <p:cNvSpPr txBox="1"/>
          <p:nvPr/>
        </p:nvSpPr>
        <p:spPr>
          <a:xfrm>
            <a:off x="332812" y="2399268"/>
            <a:ext cx="6243918" cy="646331"/>
          </a:xfrm>
          <a:prstGeom prst="rect"/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wrap="square">
            <a:spAutoFit/>
          </a:bodyPr>
          <a:p>
            <a:pPr algn="ctr"/>
            <a:r>
              <a:rPr dirty="0" sz="3600" lang="fr-FR" smtClean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Les Voix d’Âme</a:t>
            </a:r>
            <a:endParaRPr dirty="0" sz="3600" lang="fr-FR">
              <a:solidFill>
                <a:schemeClr val="bg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048653" name="ZoneTexte 10"/>
          <p:cNvSpPr txBox="1"/>
          <p:nvPr/>
        </p:nvSpPr>
        <p:spPr>
          <a:xfrm>
            <a:off x="1205752" y="3793179"/>
            <a:ext cx="4388224" cy="707886"/>
          </a:xfrm>
          <a:prstGeom prst="rect"/>
          <a:noFill/>
        </p:spPr>
        <p:txBody>
          <a:bodyPr rtlCol="0" wrap="square">
            <a:spAutoFit/>
          </a:bodyPr>
          <a:p>
            <a:pPr algn="ctr"/>
            <a:r>
              <a:rPr dirty="0" sz="2000" i="1" lang="en-US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Transformer </a:t>
            </a:r>
            <a:r>
              <a:rPr dirty="0" sz="2000" i="1" lang="en-US" err="1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</a:t>
            </a:r>
            <a:r>
              <a:rPr dirty="0" sz="2000" i="1" lang="en-US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plume </a:t>
            </a:r>
            <a:r>
              <a:rPr dirty="0" sz="2000" i="1" lang="en-US" err="1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</a:t>
            </a:r>
            <a:r>
              <a:rPr dirty="0" sz="2000" i="1" lang="en-US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dirty="0" sz="2000" i="1" lang="en-US" err="1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voix</a:t>
            </a:r>
            <a:r>
              <a:rPr dirty="0" sz="2000" i="1" lang="en-US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et </a:t>
            </a:r>
            <a:r>
              <a:rPr dirty="0" sz="2000" i="1" lang="en-US" err="1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</a:t>
            </a:r>
            <a:r>
              <a:rPr dirty="0" sz="2000" i="1" lang="en-US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dirty="0" sz="2000" i="1" lang="en-US" err="1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voix</a:t>
            </a:r>
            <a:r>
              <a:rPr dirty="0" sz="2000" i="1" lang="en-US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dirty="0" sz="2000" i="1" lang="en-US" err="1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</a:t>
            </a:r>
            <a:r>
              <a:rPr dirty="0" sz="2000" i="1" lang="en-US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impact.</a:t>
            </a:r>
            <a:endParaRPr dirty="0" sz="2000" lang="en-US"/>
          </a:p>
        </p:txBody>
      </p:sp>
      <p:sp>
        <p:nvSpPr>
          <p:cNvPr id="1048654" name="ZoneTexte 11"/>
          <p:cNvSpPr txBox="1"/>
          <p:nvPr/>
        </p:nvSpPr>
        <p:spPr>
          <a:xfrm>
            <a:off x="1546412" y="5187090"/>
            <a:ext cx="4047564" cy="815340"/>
          </a:xfrm>
          <a:prstGeom prst="rect"/>
          <a:noFill/>
        </p:spPr>
        <p:txBody>
          <a:bodyPr rtlCol="0" wrap="square">
            <a:spAutoFit/>
          </a:bodyPr>
          <a:p>
            <a:pPr algn="ctr"/>
            <a:r>
              <a:rPr dirty="0" sz="1600" lang="en-US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</a:t>
            </a:r>
            <a:r>
              <a:rPr dirty="0" sz="1600" lang="en-US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parcours</a:t>
            </a:r>
            <a:r>
              <a:rPr dirty="0" sz="1600" lang="en-US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</a:t>
            </a:r>
            <a:r>
              <a:rPr dirty="0" sz="1600" lang="en-US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révélation</a:t>
            </a:r>
            <a:r>
              <a:rPr dirty="0" sz="1600" lang="en-US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de </a:t>
            </a:r>
            <a:r>
              <a:rPr dirty="0" sz="1600" lang="en-US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développement</a:t>
            </a:r>
            <a:r>
              <a:rPr dirty="0" sz="1600" lang="en-US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et </a:t>
            </a:r>
            <a:r>
              <a:rPr dirty="0" sz="1600" lang="en-US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d'expression</a:t>
            </a:r>
            <a:endParaRPr dirty="0" sz="1600" lang="en-US"/>
          </a:p>
          <a:p>
            <a:pPr algn="ctr"/>
            <a:r>
              <a:rPr dirty="0" sz="1600" lang="en-US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 talents </a:t>
            </a:r>
            <a:r>
              <a:rPr dirty="0" sz="1600" lang="en-US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littéraires</a:t>
            </a:r>
            <a:r>
              <a:rPr dirty="0" sz="1600" lang="en-US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et </a:t>
            </a:r>
            <a:r>
              <a:rPr dirty="0" sz="1600" lang="en-US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oratoires</a:t>
            </a:r>
            <a:r>
              <a:rPr dirty="0" sz="1600" lang="en-US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dirty="0" sz="1600" lang="en-US"/>
          </a:p>
        </p:txBody>
      </p:sp>
      <p:pic>
        <p:nvPicPr>
          <p:cNvPr id="2097158" name="Image 13"/>
          <p:cNvPicPr>
            <a:picLocks noChangeAspect="1"/>
          </p:cNvPicPr>
          <p:nvPr/>
        </p:nvPicPr>
        <p:blipFill>
          <a:blip xmlns:r="http://schemas.openxmlformats.org/officeDocument/2006/relationships" r:embed="rId2" cstate="print"/>
          <a:stretch>
            <a:fillRect/>
          </a:stretch>
        </p:blipFill>
        <p:spPr>
          <a:xfrm>
            <a:off x="443753" y="363070"/>
            <a:ext cx="914400" cy="914400"/>
          </a:xfrm>
          <a:prstGeom prst="rect"/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55" name="Rectangle 3"/>
          <p:cNvSpPr/>
          <p:nvPr/>
        </p:nvSpPr>
        <p:spPr>
          <a:xfrm>
            <a:off x="-7846" y="0"/>
            <a:ext cx="12199846" cy="6858000"/>
          </a:xfrm>
          <a:prstGeom prst="rect"/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  <a:endParaRPr lang="fr-FR"/>
          </a:p>
        </p:txBody>
      </p:sp>
      <p:pic>
        <p:nvPicPr>
          <p:cNvPr id="2097159" name="Image 1"/>
          <p:cNvPicPr>
            <a:picLocks noChangeAspect="1"/>
          </p:cNvPicPr>
          <p:nvPr/>
        </p:nvPicPr>
        <p:blipFill>
          <a:blip xmlns:r="http://schemas.openxmlformats.org/officeDocument/2006/relationships" r:embed="rId1" cstate="print"/>
          <a:stretch>
            <a:fillRect/>
          </a:stretch>
        </p:blipFill>
        <p:spPr>
          <a:xfrm>
            <a:off x="443753" y="363070"/>
            <a:ext cx="914400" cy="914400"/>
          </a:xfrm>
          <a:prstGeom prst="rect"/>
        </p:spPr>
      </p:pic>
      <p:sp>
        <p:nvSpPr>
          <p:cNvPr id="1048656" name="ZoneTexte 5"/>
          <p:cNvSpPr txBox="1"/>
          <p:nvPr/>
        </p:nvSpPr>
        <p:spPr>
          <a:xfrm>
            <a:off x="1452283" y="635604"/>
            <a:ext cx="2783542" cy="624839"/>
          </a:xfrm>
          <a:prstGeom prst="rect"/>
          <a:noFill/>
        </p:spPr>
        <p:txBody>
          <a:bodyPr rtlCol="0" wrap="square">
            <a:spAutoFit/>
          </a:bodyPr>
          <a:p>
            <a:r>
              <a:rPr dirty="0" lang="fr-FR" smtClean="0">
                <a:solidFill>
                  <a:schemeClr val="bg1"/>
                </a:solidFill>
              </a:rPr>
              <a:t>L’identité LES VOIX D’ÂME</a:t>
            </a:r>
            <a:endParaRPr dirty="0" lang="fr-FR">
              <a:solidFill>
                <a:schemeClr val="bg1"/>
              </a:solidFill>
            </a:endParaRPr>
          </a:p>
        </p:txBody>
      </p:sp>
      <p:sp>
        <p:nvSpPr>
          <p:cNvPr id="1048657" name="Text 2"/>
          <p:cNvSpPr txBox="1"/>
          <p:nvPr/>
        </p:nvSpPr>
        <p:spPr>
          <a:xfrm>
            <a:off x="443753" y="1640540"/>
            <a:ext cx="6035040" cy="137160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lnSpc>
                <a:spcPct val="105000"/>
              </a:lnSpc>
              <a:buNone/>
            </a:pPr>
            <a:r>
              <a:rPr b="1" dirty="0" sz="3400" lang="en-US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Une plume. Une voix. Un impact.</a:t>
            </a:r>
            <a:endParaRPr dirty="0" sz="3400" lang="en-US"/>
          </a:p>
        </p:txBody>
      </p:sp>
      <p:sp>
        <p:nvSpPr>
          <p:cNvPr id="1048658" name="Text 3"/>
          <p:cNvSpPr txBox="1"/>
          <p:nvPr/>
        </p:nvSpPr>
        <p:spPr>
          <a:xfrm>
            <a:off x="548640" y="3291840"/>
            <a:ext cx="5943600" cy="164592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lnSpc>
                <a:spcPct val="125000"/>
              </a:lnSpc>
              <a:buNone/>
            </a:pPr>
            <a:r>
              <a:rPr dirty="0" sz="1500" lang="en-US">
                <a:solidFill>
                  <a:srgbClr val="D7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Voix d'Âme n'est pas un concours de poésie comme les autres. C'est un concept pensé autour de la parole, de l'écriture et de </a:t>
            </a:r>
            <a:r>
              <a:rPr dirty="0" sz="1500" lang="en-US" err="1" smtClean="0">
                <a:solidFill>
                  <a:srgbClr val="D7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l’expression</a:t>
            </a:r>
            <a:r>
              <a:rPr dirty="0" sz="1500" lang="en-US" smtClean="0">
                <a:solidFill>
                  <a:srgbClr val="D7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</a:t>
            </a:r>
            <a:r>
              <a:rPr dirty="0" sz="1500" lang="en-US">
                <a:solidFill>
                  <a:srgbClr val="D7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</a:t>
            </a:r>
            <a:r>
              <a:rPr dirty="0" sz="1500" lang="en-US" smtClean="0">
                <a:solidFill>
                  <a:srgbClr val="D7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 </a:t>
            </a:r>
            <a:r>
              <a:rPr dirty="0" sz="1500" lang="en-US">
                <a:solidFill>
                  <a:srgbClr val="D7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parcours qui fait passer chaque participant de la plume à la voix, puis de la voix à l'impact.</a:t>
            </a:r>
            <a:endParaRPr dirty="0" sz="1500" lang="en-US"/>
          </a:p>
        </p:txBody>
      </p:sp>
      <p:sp>
        <p:nvSpPr>
          <p:cNvPr id="1048659" name="Text 5"/>
          <p:cNvSpPr txBox="1"/>
          <p:nvPr/>
        </p:nvSpPr>
        <p:spPr>
          <a:xfrm>
            <a:off x="822960" y="5074920"/>
            <a:ext cx="5394960" cy="1234440"/>
          </a:xfrm>
          <a:prstGeom prst="rect"/>
          <a:noFill/>
        </p:spPr>
        <p:txBody>
          <a:bodyPr anchor="ctr" bIns="0" lIns="0" rIns="0" rtlCol="0" tIns="0" wrap="square"/>
          <a:p>
            <a:pPr algn="l" indent="0" marL="0">
              <a:lnSpc>
                <a:spcPct val="120000"/>
              </a:lnSpc>
              <a:buNone/>
            </a:pPr>
            <a:r>
              <a:rPr dirty="0" sz="1450" i="1" lang="en-US">
                <a:solidFill>
                  <a:srgbClr val="D7E4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« Une scène où l'on ne vient pas montrer ce que l'on sait déjà faire, mais révéler ce que l'on peut devenir. »</a:t>
            </a:r>
            <a:endParaRPr dirty="0" sz="1450" lang="en-US"/>
          </a:p>
        </p:txBody>
      </p:sp>
      <p:sp>
        <p:nvSpPr>
          <p:cNvPr id="1048660" name="Shape 6"/>
          <p:cNvSpPr/>
          <p:nvPr/>
        </p:nvSpPr>
        <p:spPr>
          <a:xfrm>
            <a:off x="7040880" y="685800"/>
            <a:ext cx="4572000" cy="1572768"/>
          </a:xfrm>
          <a:prstGeom prst="roundRect">
            <a:avLst>
              <a:gd name="adj" fmla="val 5814"/>
            </a:avLst>
          </a:prstGeom>
          <a:solidFill>
            <a:srgbClr val="0F2A52"/>
          </a:solidFill>
          <a:effectLst>
            <a:outerShdw algn="bl" blurRad="101600" dir="5400000" dist="38100" rotWithShape="0">
              <a:srgbClr val="000000">
                <a:alpha val="25000"/>
              </a:srgbClr>
            </a:outerShdw>
          </a:effectLst>
        </p:spPr>
      </p:sp>
      <p:sp>
        <p:nvSpPr>
          <p:cNvPr id="1048661" name="Text 9"/>
          <p:cNvSpPr txBox="1"/>
          <p:nvPr/>
        </p:nvSpPr>
        <p:spPr>
          <a:xfrm>
            <a:off x="8229600" y="886968"/>
            <a:ext cx="3200400" cy="45720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b="1" dirty="0" sz="1800" lang="en-US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 PLUME</a:t>
            </a:r>
            <a:endParaRPr dirty="0" sz="1800" lang="en-US"/>
          </a:p>
        </p:txBody>
      </p:sp>
      <p:sp>
        <p:nvSpPr>
          <p:cNvPr id="1048662" name="Text 8"/>
          <p:cNvSpPr txBox="1"/>
          <p:nvPr/>
        </p:nvSpPr>
        <p:spPr>
          <a:xfrm>
            <a:off x="7296912" y="1106424"/>
            <a:ext cx="731520" cy="731520"/>
          </a:xfrm>
          <a:prstGeom prst="rect"/>
          <a:solidFill>
            <a:schemeClr val="bg1"/>
          </a:solidFill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b="1" dirty="0" sz="2600" lang="en-US">
                <a:solidFill>
                  <a:srgbClr val="0A1F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</a:t>
            </a:r>
            <a:endParaRPr dirty="0" sz="2600" lang="en-US"/>
          </a:p>
        </p:txBody>
      </p:sp>
      <p:sp>
        <p:nvSpPr>
          <p:cNvPr id="1048663" name="Shape 12"/>
          <p:cNvSpPr/>
          <p:nvPr/>
        </p:nvSpPr>
        <p:spPr>
          <a:xfrm>
            <a:off x="7040880" y="2514600"/>
            <a:ext cx="4572000" cy="1572768"/>
          </a:xfrm>
          <a:prstGeom prst="roundRect">
            <a:avLst>
              <a:gd name="adj" fmla="val 5814"/>
            </a:avLst>
          </a:prstGeom>
          <a:solidFill>
            <a:srgbClr val="0F2A52"/>
          </a:solidFill>
          <a:effectLst>
            <a:outerShdw algn="bl" blurRad="101600" dir="5400000" dist="38100" rotWithShape="0">
              <a:srgbClr val="000000">
                <a:alpha val="25000"/>
              </a:srgbClr>
            </a:outerShdw>
          </a:effectLst>
        </p:spPr>
      </p:sp>
      <p:sp>
        <p:nvSpPr>
          <p:cNvPr id="1048664" name="Text 14"/>
          <p:cNvSpPr txBox="1"/>
          <p:nvPr/>
        </p:nvSpPr>
        <p:spPr>
          <a:xfrm>
            <a:off x="7296912" y="2935224"/>
            <a:ext cx="731520" cy="731520"/>
          </a:xfrm>
          <a:prstGeom prst="rect"/>
          <a:solidFill>
            <a:schemeClr val="bg1"/>
          </a:solidFill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b="1" dirty="0" sz="2600" lang="en-US">
                <a:solidFill>
                  <a:srgbClr val="0A1F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</a:t>
            </a:r>
            <a:endParaRPr dirty="0" sz="2600" lang="en-US"/>
          </a:p>
        </p:txBody>
      </p:sp>
      <p:sp>
        <p:nvSpPr>
          <p:cNvPr id="1048665" name="Text 15"/>
          <p:cNvSpPr txBox="1"/>
          <p:nvPr/>
        </p:nvSpPr>
        <p:spPr>
          <a:xfrm>
            <a:off x="8229600" y="2715768"/>
            <a:ext cx="3200400" cy="45720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b="1" dirty="0" sz="1800" lang="en-US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 VOIX</a:t>
            </a:r>
            <a:endParaRPr dirty="0" sz="1800" lang="en-US"/>
          </a:p>
        </p:txBody>
      </p:sp>
      <p:sp>
        <p:nvSpPr>
          <p:cNvPr id="1048666" name="Shape 12"/>
          <p:cNvSpPr/>
          <p:nvPr/>
        </p:nvSpPr>
        <p:spPr>
          <a:xfrm>
            <a:off x="7040880" y="4423544"/>
            <a:ext cx="4572000" cy="1572768"/>
          </a:xfrm>
          <a:prstGeom prst="roundRect">
            <a:avLst>
              <a:gd name="adj" fmla="val 5814"/>
            </a:avLst>
          </a:prstGeom>
          <a:solidFill>
            <a:srgbClr val="0F2A52"/>
          </a:solidFill>
          <a:effectLst>
            <a:outerShdw algn="bl" blurRad="101600" dir="5400000" dist="38100" rotWithShape="0">
              <a:srgbClr val="000000">
                <a:alpha val="25000"/>
              </a:srgbClr>
            </a:outerShdw>
          </a:effectLst>
        </p:spPr>
      </p:sp>
      <p:sp>
        <p:nvSpPr>
          <p:cNvPr id="1048667" name="Text 14"/>
          <p:cNvSpPr txBox="1"/>
          <p:nvPr/>
        </p:nvSpPr>
        <p:spPr>
          <a:xfrm>
            <a:off x="7323046" y="4844168"/>
            <a:ext cx="731520" cy="731520"/>
          </a:xfrm>
          <a:prstGeom prst="rect"/>
          <a:solidFill>
            <a:schemeClr val="bg1"/>
          </a:solidFill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b="1" dirty="0" sz="2600" lang="en-US">
                <a:solidFill>
                  <a:srgbClr val="0A1F3D"/>
                </a:solidFill>
                <a:latin typeface="Cambria" pitchFamily="34" charset="0"/>
                <a:ea typeface="Cambria" pitchFamily="34" charset="-122"/>
              </a:rPr>
              <a:t>I</a:t>
            </a:r>
            <a:endParaRPr dirty="0" sz="2600" lang="en-US"/>
          </a:p>
        </p:txBody>
      </p:sp>
      <p:sp>
        <p:nvSpPr>
          <p:cNvPr id="1048668" name="Text 21"/>
          <p:cNvSpPr txBox="1"/>
          <p:nvPr/>
        </p:nvSpPr>
        <p:spPr>
          <a:xfrm>
            <a:off x="8229600" y="4544568"/>
            <a:ext cx="3200400" cy="45720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b="1" dirty="0" sz="1800" lang="en-US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L'IMPACT</a:t>
            </a:r>
            <a:endParaRPr dirty="0" sz="1800" lang="en-US"/>
          </a:p>
        </p:txBody>
      </p:sp>
      <p:sp>
        <p:nvSpPr>
          <p:cNvPr id="1048669" name="Text 10"/>
          <p:cNvSpPr txBox="1"/>
          <p:nvPr/>
        </p:nvSpPr>
        <p:spPr>
          <a:xfrm>
            <a:off x="8229600" y="1344168"/>
            <a:ext cx="3200400" cy="73152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lnSpc>
                <a:spcPct val="110000"/>
              </a:lnSpc>
              <a:buNone/>
            </a:pPr>
            <a:r>
              <a:rPr dirty="0" sz="1250" lang="en-US">
                <a:solidFill>
                  <a:srgbClr val="9FB6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Écrire une pensée, construire un texte</a:t>
            </a:r>
            <a:endParaRPr dirty="0" sz="1250" lang="en-US"/>
          </a:p>
        </p:txBody>
      </p:sp>
      <p:sp>
        <p:nvSpPr>
          <p:cNvPr id="1048670" name="Text 16"/>
          <p:cNvSpPr txBox="1"/>
          <p:nvPr/>
        </p:nvSpPr>
        <p:spPr>
          <a:xfrm>
            <a:off x="8229600" y="3172968"/>
            <a:ext cx="3200400" cy="73152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lnSpc>
                <a:spcPct val="110000"/>
              </a:lnSpc>
              <a:buNone/>
            </a:pPr>
            <a:r>
              <a:rPr dirty="0" sz="1250" lang="en-US">
                <a:solidFill>
                  <a:srgbClr val="9FB6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Porter ce texte à l'oral, l'incarner</a:t>
            </a:r>
            <a:endParaRPr dirty="0" sz="1250" lang="en-US"/>
          </a:p>
        </p:txBody>
      </p:sp>
      <p:sp>
        <p:nvSpPr>
          <p:cNvPr id="1048671" name="Text 22"/>
          <p:cNvSpPr txBox="1"/>
          <p:nvPr/>
        </p:nvSpPr>
        <p:spPr>
          <a:xfrm>
            <a:off x="8229600" y="5001768"/>
            <a:ext cx="3200400" cy="73152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lnSpc>
                <a:spcPct val="110000"/>
              </a:lnSpc>
              <a:buNone/>
            </a:pPr>
            <a:r>
              <a:rPr dirty="0" sz="1250" lang="en-US">
                <a:solidFill>
                  <a:srgbClr val="E9F0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Transmettre une émotion, convaincre</a:t>
            </a:r>
            <a:endParaRPr dirty="0" sz="1250"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7160" name="Image 1"/>
          <p:cNvPicPr>
            <a:picLocks noChangeAspect="1"/>
          </p:cNvPicPr>
          <p:nvPr/>
        </p:nvPicPr>
        <p:blipFill>
          <a:blip xmlns:r="http://schemas.openxmlformats.org/officeDocument/2006/relationships" r:embed="rId1" cstate="print"/>
          <a:stretch>
            <a:fillRect/>
          </a:stretch>
        </p:blipFill>
        <p:spPr>
          <a:xfrm>
            <a:off x="443753" y="363070"/>
            <a:ext cx="914400" cy="914400"/>
          </a:xfrm>
          <a:prstGeom prst="rect"/>
        </p:spPr>
      </p:pic>
      <p:sp>
        <p:nvSpPr>
          <p:cNvPr id="1048672" name="ZoneTexte 2"/>
          <p:cNvSpPr txBox="1"/>
          <p:nvPr/>
        </p:nvSpPr>
        <p:spPr>
          <a:xfrm>
            <a:off x="1452283" y="635604"/>
            <a:ext cx="2783542" cy="358140"/>
          </a:xfrm>
          <a:prstGeom prst="rect"/>
          <a:noFill/>
        </p:spPr>
        <p:txBody>
          <a:bodyPr rtlCol="0" wrap="square">
            <a:spAutoFit/>
          </a:bodyPr>
          <a:p>
            <a:r>
              <a:rPr dirty="0" lang="fr-FR" smtClean="0"/>
              <a:t>Pourquoi LES VOIX d’ÂME</a:t>
            </a:r>
            <a:r>
              <a:rPr altLang="fr-FR" dirty="0" lang="en-US" smtClean="0"/>
              <a:t>?</a:t>
            </a:r>
            <a:endParaRPr dirty="0" lang="fr-FR"/>
          </a:p>
        </p:txBody>
      </p:sp>
      <p:sp>
        <p:nvSpPr>
          <p:cNvPr id="1048673" name="Text 3"/>
          <p:cNvSpPr txBox="1"/>
          <p:nvPr/>
        </p:nvSpPr>
        <p:spPr>
          <a:xfrm>
            <a:off x="443753" y="2836446"/>
            <a:ext cx="11376212" cy="548640"/>
          </a:xfrm>
          <a:prstGeom prst="rect"/>
          <a:solidFill>
            <a:schemeClr val="accent5">
              <a:lumMod val="50000"/>
            </a:schemeClr>
          </a:solidFill>
        </p:spPr>
        <p:txBody>
          <a:bodyPr anchor="ctr" bIns="0" lIns="0" rIns="0" rtlCol="0" tIns="0" wrap="square"/>
          <a:p>
            <a:pPr indent="0" marL="0">
              <a:buNone/>
            </a:pPr>
            <a:r>
              <a:rPr dirty="0" sz="1400" lang="en-US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très belle plume ne suffit pas à porter un texte à l'oral ; une aisance orale ne suffit pas sans une écriture maîtrisée. Les Voix d'Âme évalue la rencontre des deux.</a:t>
            </a:r>
            <a:endParaRPr dirty="0" sz="1400" lang="en-US">
              <a:solidFill>
                <a:schemeClr val="bg1"/>
              </a:solidFill>
            </a:endParaRPr>
          </a:p>
        </p:txBody>
      </p:sp>
      <p:sp>
        <p:nvSpPr>
          <p:cNvPr id="1048674" name="Text 3"/>
          <p:cNvSpPr txBox="1"/>
          <p:nvPr/>
        </p:nvSpPr>
        <p:spPr>
          <a:xfrm>
            <a:off x="443753" y="1277470"/>
            <a:ext cx="11376212" cy="502920"/>
          </a:xfrm>
          <a:prstGeom prst="rect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anchor="ctr" rtlCol="0" wrap="square"/>
          <a:p>
            <a:r>
              <a:rPr dirty="0" sz="1400" lang="en-US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Beaucoup savent écrire, mais peinent à prendre la parole</a:t>
            </a:r>
            <a:r>
              <a:rPr dirty="0" sz="1400" lang="en-US" smtClean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</a:t>
            </a:r>
          </a:p>
          <a:p>
            <a:r>
              <a:rPr dirty="0" sz="1400" lang="en-US" smtClean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Beaucoup savent parler, mais manquent de </a:t>
            </a:r>
            <a:r>
              <a:rPr dirty="0" sz="1400" lang="en-US" err="1" smtClean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maîtrise</a:t>
            </a:r>
            <a:r>
              <a:rPr dirty="0" sz="1400" lang="en-US" smtClean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dirty="0" sz="1400" lang="en-US" err="1" smtClean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dans</a:t>
            </a:r>
            <a:r>
              <a:rPr dirty="0" sz="1400" lang="en-US" smtClean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la construction de </a:t>
            </a:r>
            <a:r>
              <a:rPr dirty="0" sz="1400" lang="en-US" err="1" smtClean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leur</a:t>
            </a:r>
            <a:r>
              <a:rPr dirty="0" sz="1400" lang="en-US" smtClean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dirty="0" sz="1400" lang="en-US" err="1" smtClean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pensée</a:t>
            </a:r>
            <a:endParaRPr dirty="0" sz="1400" lang="en-US"/>
          </a:p>
        </p:txBody>
      </p:sp>
      <p:sp>
        <p:nvSpPr>
          <p:cNvPr id="1048675" name="Text 7"/>
          <p:cNvSpPr txBox="1"/>
          <p:nvPr/>
        </p:nvSpPr>
        <p:spPr>
          <a:xfrm>
            <a:off x="443753" y="2052924"/>
            <a:ext cx="11376212" cy="510988"/>
          </a:xfrm>
          <a:prstGeom prst="rect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anchor="ctr" rtlCol="0" wrap="square"/>
          <a:p>
            <a:pPr indent="0" marL="0">
              <a:buNone/>
            </a:pPr>
            <a:r>
              <a:rPr dirty="0" sz="1400" lang="en-US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L'écrit et l'oral sont souvent travaillés séparément</a:t>
            </a:r>
            <a:r>
              <a:rPr dirty="0" sz="1400" lang="en-US" smtClean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</a:p>
          <a:p>
            <a:r>
              <a:rPr dirty="0" sz="1400" lang="en-US" smtClean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confiance et la présence scénique s'acquièrent par la pratique.</a:t>
            </a:r>
            <a:endParaRPr dirty="0" sz="1400" lang="en-US" smtClean="0"/>
          </a:p>
        </p:txBody>
      </p:sp>
      <p:sp>
        <p:nvSpPr>
          <p:cNvPr id="1048676" name="Shape 4"/>
          <p:cNvSpPr/>
          <p:nvPr/>
        </p:nvSpPr>
        <p:spPr>
          <a:xfrm>
            <a:off x="443752" y="3657620"/>
            <a:ext cx="4787154" cy="2961022"/>
          </a:xfrm>
          <a:prstGeom prst="roundRect">
            <a:avLst>
              <a:gd name="adj" fmla="val 2299"/>
            </a:avLst>
          </a:prstGeom>
          <a:solidFill>
            <a:srgbClr val="F3F6FC"/>
          </a:solidFill>
        </p:spPr>
      </p:sp>
      <p:sp>
        <p:nvSpPr>
          <p:cNvPr id="1048677" name="Shape 11"/>
          <p:cNvSpPr/>
          <p:nvPr/>
        </p:nvSpPr>
        <p:spPr>
          <a:xfrm>
            <a:off x="7019366" y="3657619"/>
            <a:ext cx="4800600" cy="2961023"/>
          </a:xfrm>
          <a:prstGeom prst="roundRect">
            <a:avLst>
              <a:gd name="adj" fmla="val 2299"/>
            </a:avLst>
          </a:prstGeom>
          <a:solidFill>
            <a:srgbClr val="F3F6FC"/>
          </a:solidFill>
        </p:spPr>
      </p:sp>
      <p:sp>
        <p:nvSpPr>
          <p:cNvPr id="1048678" name="Text 7"/>
          <p:cNvSpPr txBox="1"/>
          <p:nvPr/>
        </p:nvSpPr>
        <p:spPr>
          <a:xfrm>
            <a:off x="1573306" y="3657619"/>
            <a:ext cx="3657600" cy="64008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b="1" dirty="0" sz="1900" lang="en-US">
                <a:solidFill>
                  <a:srgbClr val="0A1F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 plume</a:t>
            </a:r>
            <a:endParaRPr dirty="0" sz="1900" lang="en-US"/>
          </a:p>
        </p:txBody>
      </p:sp>
      <p:sp>
        <p:nvSpPr>
          <p:cNvPr id="1048679" name="Text 14"/>
          <p:cNvSpPr txBox="1"/>
          <p:nvPr/>
        </p:nvSpPr>
        <p:spPr>
          <a:xfrm>
            <a:off x="8162365" y="3657619"/>
            <a:ext cx="3657600" cy="64008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b="1" dirty="0" sz="1900" lang="en-US">
                <a:solidFill>
                  <a:srgbClr val="0A1F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 voix</a:t>
            </a:r>
            <a:endParaRPr dirty="0" sz="1900" lang="en-US"/>
          </a:p>
        </p:txBody>
      </p:sp>
      <p:sp>
        <p:nvSpPr>
          <p:cNvPr id="1048680" name="Ellipse 13"/>
          <p:cNvSpPr/>
          <p:nvPr/>
        </p:nvSpPr>
        <p:spPr>
          <a:xfrm>
            <a:off x="7268136" y="3696193"/>
            <a:ext cx="645459" cy="618565"/>
          </a:xfrm>
          <a:prstGeom prst="ellipse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  <a:r>
              <a:rPr b="1" dirty="0" sz="2800" lang="en-US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🎤</a:t>
            </a:r>
            <a:endParaRPr dirty="0" sz="2800" lang="en-US"/>
          </a:p>
        </p:txBody>
      </p:sp>
      <p:sp>
        <p:nvSpPr>
          <p:cNvPr id="1048681" name="Ellipse 15"/>
          <p:cNvSpPr/>
          <p:nvPr/>
        </p:nvSpPr>
        <p:spPr>
          <a:xfrm>
            <a:off x="685800" y="3710562"/>
            <a:ext cx="645459" cy="618565"/>
          </a:xfrm>
          <a:prstGeom prst="ellipse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  <a:r>
              <a:rPr b="1" dirty="0" sz="2800" lang="en-US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✒</a:t>
            </a:r>
            <a:endParaRPr dirty="0" sz="2800" lang="en-US"/>
          </a:p>
        </p:txBody>
      </p:sp>
      <p:sp>
        <p:nvSpPr>
          <p:cNvPr id="1048682" name="Text 8"/>
          <p:cNvSpPr txBox="1"/>
          <p:nvPr/>
        </p:nvSpPr>
        <p:spPr>
          <a:xfrm>
            <a:off x="685800" y="4601661"/>
            <a:ext cx="4480560" cy="384048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b="1" dirty="0" sz="1300" lang="en-US">
                <a:solidFill>
                  <a:srgbClr val="1D45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r>
              <a:rPr dirty="0" sz="1300" lang="en-US">
                <a:solidFill>
                  <a:srgbClr val="314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Qualité littéraire du texte</a:t>
            </a:r>
            <a:endParaRPr dirty="0" sz="1300" lang="en-US"/>
          </a:p>
        </p:txBody>
      </p:sp>
      <p:sp>
        <p:nvSpPr>
          <p:cNvPr id="1048683" name="Text 9"/>
          <p:cNvSpPr txBox="1"/>
          <p:nvPr/>
        </p:nvSpPr>
        <p:spPr>
          <a:xfrm>
            <a:off x="685800" y="5035992"/>
            <a:ext cx="4480560" cy="384048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b="1" dirty="0" sz="1300" lang="en-US">
                <a:solidFill>
                  <a:srgbClr val="1D45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r>
              <a:rPr dirty="0" sz="1300" lang="en-US">
                <a:solidFill>
                  <a:srgbClr val="314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Construction de la pensée</a:t>
            </a:r>
            <a:endParaRPr dirty="0" sz="1300" lang="en-US"/>
          </a:p>
        </p:txBody>
      </p:sp>
      <p:sp>
        <p:nvSpPr>
          <p:cNvPr id="1048684" name="Text 10"/>
          <p:cNvSpPr txBox="1"/>
          <p:nvPr/>
        </p:nvSpPr>
        <p:spPr>
          <a:xfrm>
            <a:off x="685800" y="5473362"/>
            <a:ext cx="4480560" cy="384048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b="1" dirty="0" sz="1300" lang="en-US">
                <a:solidFill>
                  <a:srgbClr val="1D45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r>
              <a:rPr dirty="0" sz="1300" lang="en-US">
                <a:solidFill>
                  <a:srgbClr val="314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Originalité et sensibilité</a:t>
            </a:r>
            <a:endParaRPr dirty="0" sz="1300" lang="en-US"/>
          </a:p>
        </p:txBody>
      </p:sp>
      <p:sp>
        <p:nvSpPr>
          <p:cNvPr id="1048685" name="Text 15"/>
          <p:cNvSpPr txBox="1"/>
          <p:nvPr/>
        </p:nvSpPr>
        <p:spPr>
          <a:xfrm>
            <a:off x="7268136" y="4601661"/>
            <a:ext cx="4480560" cy="384048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b="1" dirty="0" sz="1300" lang="en-US">
                <a:solidFill>
                  <a:srgbClr val="4E7F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r>
              <a:rPr dirty="0" sz="1300" lang="en-US">
                <a:solidFill>
                  <a:srgbClr val="314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Diction, articulation, respiration</a:t>
            </a:r>
            <a:endParaRPr dirty="0" sz="1300" lang="en-US"/>
          </a:p>
        </p:txBody>
      </p:sp>
      <p:sp>
        <p:nvSpPr>
          <p:cNvPr id="1048686" name="Text 16"/>
          <p:cNvSpPr txBox="1"/>
          <p:nvPr/>
        </p:nvSpPr>
        <p:spPr>
          <a:xfrm>
            <a:off x="7268136" y="5039460"/>
            <a:ext cx="4480560" cy="384048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b="1" dirty="0" sz="1300" lang="en-US">
                <a:solidFill>
                  <a:srgbClr val="4E7F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r>
              <a:rPr dirty="0" sz="1300" lang="en-US">
                <a:solidFill>
                  <a:srgbClr val="314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Intonation, rythme, silences</a:t>
            </a:r>
            <a:endParaRPr dirty="0" sz="1300" lang="en-US"/>
          </a:p>
        </p:txBody>
      </p:sp>
      <p:sp>
        <p:nvSpPr>
          <p:cNvPr id="1048687" name="Text 17"/>
          <p:cNvSpPr txBox="1"/>
          <p:nvPr/>
        </p:nvSpPr>
        <p:spPr>
          <a:xfrm>
            <a:off x="7268136" y="5473362"/>
            <a:ext cx="4480560" cy="384048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b="1" dirty="0" sz="1300" lang="en-US">
                <a:solidFill>
                  <a:srgbClr val="4E7F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r>
              <a:rPr dirty="0" sz="1300" lang="en-US">
                <a:solidFill>
                  <a:srgbClr val="314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Présence scénique et émotion</a:t>
            </a:r>
            <a:endParaRPr dirty="0" sz="1300"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4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7161" name="Image 1"/>
          <p:cNvPicPr>
            <a:picLocks noChangeAspect="1"/>
          </p:cNvPicPr>
          <p:nvPr/>
        </p:nvPicPr>
        <p:blipFill>
          <a:blip xmlns:r="http://schemas.openxmlformats.org/officeDocument/2006/relationships" r:embed="rId1" cstate="print"/>
          <a:stretch>
            <a:fillRect/>
          </a:stretch>
        </p:blipFill>
        <p:spPr>
          <a:xfrm>
            <a:off x="443753" y="363070"/>
            <a:ext cx="914400" cy="914400"/>
          </a:xfrm>
          <a:prstGeom prst="rect"/>
        </p:spPr>
      </p:pic>
      <p:sp>
        <p:nvSpPr>
          <p:cNvPr id="1048688" name="ZoneTexte 2"/>
          <p:cNvSpPr txBox="1"/>
          <p:nvPr/>
        </p:nvSpPr>
        <p:spPr>
          <a:xfrm>
            <a:off x="1452282" y="635604"/>
            <a:ext cx="3267635" cy="369332"/>
          </a:xfrm>
          <a:prstGeom prst="rect"/>
          <a:noFill/>
        </p:spPr>
        <p:txBody>
          <a:bodyPr rtlCol="0" wrap="square">
            <a:spAutoFit/>
          </a:bodyPr>
          <a:p>
            <a:r>
              <a:rPr dirty="0" lang="fr-FR" smtClean="0"/>
              <a:t>Philosophie LES VOIX d’ÂME </a:t>
            </a:r>
            <a:endParaRPr dirty="0" lang="fr-FR"/>
          </a:p>
        </p:txBody>
      </p:sp>
      <p:sp>
        <p:nvSpPr>
          <p:cNvPr id="1048689" name="Text 2"/>
          <p:cNvSpPr txBox="1"/>
          <p:nvPr/>
        </p:nvSpPr>
        <p:spPr>
          <a:xfrm>
            <a:off x="443753" y="1277470"/>
            <a:ext cx="10972800" cy="82296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b="1" dirty="0" sz="2800" lang="en-US">
                <a:solidFill>
                  <a:schemeClr val="accent5">
                    <a:lumMod val="50000"/>
                  </a:scheme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 parcours de progression, </a:t>
            </a:r>
            <a:r>
              <a:rPr b="1" dirty="0" sz="2800" lang="en-US" err="1" smtClean="0">
                <a:solidFill>
                  <a:schemeClr val="accent5">
                    <a:lumMod val="50000"/>
                  </a:scheme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une</a:t>
            </a:r>
            <a:r>
              <a:rPr b="1" dirty="0" sz="2800" lang="en-US" smtClean="0">
                <a:solidFill>
                  <a:schemeClr val="accent5">
                    <a:lumMod val="50000"/>
                  </a:scheme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exp</a:t>
            </a:r>
            <a:r>
              <a:rPr b="1" dirty="0" sz="2800" lang="fr-FR" smtClean="0">
                <a:solidFill>
                  <a:schemeClr val="accent5">
                    <a:lumMod val="50000"/>
                  </a:scheme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érience</a:t>
            </a:r>
            <a:r>
              <a:rPr b="1" dirty="0" sz="2800" lang="en-US" smtClean="0">
                <a:solidFill>
                  <a:schemeClr val="accent5">
                    <a:lumMod val="50000"/>
                  </a:scheme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, pas </a:t>
            </a:r>
            <a:r>
              <a:rPr b="1" dirty="0" sz="2800" lang="en-US">
                <a:solidFill>
                  <a:schemeClr val="accent5">
                    <a:lumMod val="50000"/>
                  </a:scheme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une élimination</a:t>
            </a:r>
            <a:endParaRPr dirty="0" sz="2800" lang="en-US">
              <a:solidFill>
                <a:schemeClr val="accent5">
                  <a:lumMod val="50000"/>
                </a:schemeClr>
              </a:solidFill>
            </a:endParaRPr>
          </a:p>
        </p:txBody>
      </p:sp>
      <p:sp>
        <p:nvSpPr>
          <p:cNvPr id="1048690" name="Text 3"/>
          <p:cNvSpPr txBox="1"/>
          <p:nvPr/>
        </p:nvSpPr>
        <p:spPr>
          <a:xfrm>
            <a:off x="443753" y="2100430"/>
            <a:ext cx="6492240" cy="91440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lnSpc>
                <a:spcPct val="125000"/>
              </a:lnSpc>
              <a:buNone/>
            </a:pPr>
            <a:r>
              <a:rPr dirty="0" sz="1450" lang="en-US">
                <a:solidFill>
                  <a:schemeClr val="accent5">
                    <a:lumMod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Chaque candidat entre dans la compétition avec ses forces et ses faiblesses, puis progresse à chaque étape. Le concours ne mesure pas seulement un niveau de départ : il révèle, travaille et développe un </a:t>
            </a:r>
            <a:r>
              <a:rPr dirty="0" sz="1450" lang="en-US" err="1" smtClean="0">
                <a:solidFill>
                  <a:schemeClr val="accent5">
                    <a:lumMod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potentiel</a:t>
            </a:r>
            <a:r>
              <a:rPr dirty="0" sz="1450" lang="en-US" smtClean="0">
                <a:solidFill>
                  <a:schemeClr val="accent5">
                    <a:lumMod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dirty="0" sz="1450" lang="en-US" err="1" smtClean="0">
                <a:solidFill>
                  <a:schemeClr val="accent5">
                    <a:lumMod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autour</a:t>
            </a:r>
            <a:r>
              <a:rPr dirty="0" sz="1450" lang="en-US" smtClean="0">
                <a:solidFill>
                  <a:schemeClr val="accent5">
                    <a:lumMod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cinq </a:t>
            </a:r>
            <a:r>
              <a:rPr dirty="0" sz="1450" lang="en-US" err="1" smtClean="0">
                <a:solidFill>
                  <a:schemeClr val="accent5">
                    <a:lumMod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compétences</a:t>
            </a:r>
            <a:r>
              <a:rPr dirty="0" sz="1450" lang="en-US" smtClean="0">
                <a:solidFill>
                  <a:schemeClr val="accent5">
                    <a:lumMod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</a:t>
            </a:r>
            <a:endParaRPr dirty="0" sz="1450" lang="en-US">
              <a:solidFill>
                <a:schemeClr val="accent5">
                  <a:lumMod val="50000"/>
                </a:schemeClr>
              </a:solidFill>
            </a:endParaRPr>
          </a:p>
        </p:txBody>
      </p:sp>
      <p:sp>
        <p:nvSpPr>
          <p:cNvPr id="1048691" name="Shape 2"/>
          <p:cNvSpPr/>
          <p:nvPr/>
        </p:nvSpPr>
        <p:spPr>
          <a:xfrm>
            <a:off x="443754" y="3286462"/>
            <a:ext cx="1855694" cy="1769632"/>
          </a:xfrm>
          <a:prstGeom prst="roundRect">
            <a:avLst>
              <a:gd name="adj" fmla="val 3810"/>
            </a:avLst>
          </a:prstGeom>
          <a:solidFill>
            <a:schemeClr val="tx2">
              <a:lumMod val="20000"/>
              <a:lumOff val="80000"/>
            </a:schemeClr>
          </a:solidFill>
        </p:spPr>
      </p:sp>
      <p:sp>
        <p:nvSpPr>
          <p:cNvPr id="1048692" name="Text 3"/>
          <p:cNvSpPr txBox="1"/>
          <p:nvPr/>
        </p:nvSpPr>
        <p:spPr>
          <a:xfrm>
            <a:off x="900953" y="3693908"/>
            <a:ext cx="914400" cy="457200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b="1" dirty="0" sz="1700" lang="en-US" err="1" smtClean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Penser</a:t>
            </a:r>
            <a:endParaRPr dirty="0" sz="1700" lang="en-US"/>
          </a:p>
        </p:txBody>
      </p:sp>
      <p:sp>
        <p:nvSpPr>
          <p:cNvPr id="1048693" name="Shape 2"/>
          <p:cNvSpPr/>
          <p:nvPr/>
        </p:nvSpPr>
        <p:spPr>
          <a:xfrm>
            <a:off x="2750821" y="3286462"/>
            <a:ext cx="1855694" cy="1769632"/>
          </a:xfrm>
          <a:prstGeom prst="roundRect">
            <a:avLst>
              <a:gd name="adj" fmla="val 3810"/>
            </a:avLst>
          </a:prstGeom>
          <a:solidFill>
            <a:schemeClr val="accent1">
              <a:lumMod val="40000"/>
              <a:lumOff val="60000"/>
            </a:schemeClr>
          </a:solidFill>
        </p:spPr>
      </p:sp>
      <p:sp>
        <p:nvSpPr>
          <p:cNvPr id="1048694" name="Shape 2"/>
          <p:cNvSpPr/>
          <p:nvPr/>
        </p:nvSpPr>
        <p:spPr>
          <a:xfrm>
            <a:off x="5057888" y="3286462"/>
            <a:ext cx="1855694" cy="1769632"/>
          </a:xfrm>
          <a:prstGeom prst="roundRect">
            <a:avLst>
              <a:gd name="adj" fmla="val 3810"/>
            </a:avLst>
          </a:prstGeom>
          <a:solidFill>
            <a:schemeClr val="accent1">
              <a:lumMod val="60000"/>
              <a:lumOff val="40000"/>
            </a:schemeClr>
          </a:solidFill>
        </p:spPr>
      </p:sp>
      <p:sp>
        <p:nvSpPr>
          <p:cNvPr id="1048695" name="Shape 2"/>
          <p:cNvSpPr/>
          <p:nvPr/>
        </p:nvSpPr>
        <p:spPr>
          <a:xfrm>
            <a:off x="7312511" y="3286462"/>
            <a:ext cx="1855694" cy="1769632"/>
          </a:xfrm>
          <a:prstGeom prst="roundRect">
            <a:avLst>
              <a:gd name="adj" fmla="val 3810"/>
            </a:avLst>
          </a:prstGeom>
          <a:solidFill>
            <a:schemeClr val="accent1">
              <a:lumMod val="75000"/>
            </a:schemeClr>
          </a:solidFill>
        </p:spPr>
      </p:sp>
      <p:sp>
        <p:nvSpPr>
          <p:cNvPr id="1048696" name="Shape 2"/>
          <p:cNvSpPr/>
          <p:nvPr/>
        </p:nvSpPr>
        <p:spPr>
          <a:xfrm>
            <a:off x="9560859" y="3286462"/>
            <a:ext cx="1855694" cy="1769632"/>
          </a:xfrm>
          <a:prstGeom prst="roundRect">
            <a:avLst>
              <a:gd name="adj" fmla="val 3810"/>
            </a:avLst>
          </a:prstGeom>
          <a:solidFill>
            <a:schemeClr val="accent4">
              <a:lumMod val="75000"/>
            </a:schemeClr>
          </a:solidFill>
        </p:spPr>
      </p:sp>
      <p:sp>
        <p:nvSpPr>
          <p:cNvPr id="1048697" name="Text 7"/>
          <p:cNvSpPr txBox="1"/>
          <p:nvPr/>
        </p:nvSpPr>
        <p:spPr>
          <a:xfrm>
            <a:off x="5613609" y="3693908"/>
            <a:ext cx="633087" cy="457200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b="1" dirty="0" sz="1700" lang="en-US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Dire</a:t>
            </a:r>
            <a:endParaRPr dirty="0" sz="1700" lang="en-US"/>
          </a:p>
        </p:txBody>
      </p:sp>
      <p:sp>
        <p:nvSpPr>
          <p:cNvPr id="1048698" name="Text 3"/>
          <p:cNvSpPr txBox="1"/>
          <p:nvPr/>
        </p:nvSpPr>
        <p:spPr>
          <a:xfrm>
            <a:off x="3232673" y="3693908"/>
            <a:ext cx="914400" cy="457200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b="1" dirty="0" sz="1700" lang="en-US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Écrire</a:t>
            </a:r>
            <a:endParaRPr dirty="0" sz="1700" lang="en-US"/>
          </a:p>
        </p:txBody>
      </p:sp>
      <p:sp>
        <p:nvSpPr>
          <p:cNvPr id="1048699" name="Text 11"/>
          <p:cNvSpPr txBox="1"/>
          <p:nvPr/>
        </p:nvSpPr>
        <p:spPr>
          <a:xfrm>
            <a:off x="7483692" y="3693908"/>
            <a:ext cx="1513332" cy="457200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b="1" dirty="0" sz="1700" lang="en-US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Transmettre</a:t>
            </a:r>
            <a:endParaRPr dirty="0" sz="1700" lang="en-US"/>
          </a:p>
        </p:txBody>
      </p:sp>
      <p:sp>
        <p:nvSpPr>
          <p:cNvPr id="1048700" name="Text 15"/>
          <p:cNvSpPr txBox="1"/>
          <p:nvPr/>
        </p:nvSpPr>
        <p:spPr>
          <a:xfrm>
            <a:off x="9904207" y="3693908"/>
            <a:ext cx="1168998" cy="457200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b="1" dirty="0" sz="1700" lang="en-US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Impacter</a:t>
            </a:r>
            <a:endParaRPr dirty="0" sz="1700" lang="en-US"/>
          </a:p>
        </p:txBody>
      </p:sp>
      <p:sp>
        <p:nvSpPr>
          <p:cNvPr id="1048701" name="ZoneTexte 16"/>
          <p:cNvSpPr txBox="1"/>
          <p:nvPr/>
        </p:nvSpPr>
        <p:spPr>
          <a:xfrm>
            <a:off x="443753" y="4469941"/>
            <a:ext cx="1855695" cy="338554"/>
          </a:xfrm>
          <a:prstGeom prst="rect"/>
          <a:noFill/>
        </p:spPr>
        <p:txBody>
          <a:bodyPr rtlCol="0" wrap="square">
            <a:spAutoFit/>
          </a:bodyPr>
          <a:p>
            <a:pPr algn="ctr"/>
            <a:r>
              <a:rPr dirty="0" sz="1600" lang="fr-FR" smtClean="0"/>
              <a:t>Trouver une idée</a:t>
            </a:r>
            <a:endParaRPr dirty="0" sz="1600" lang="fr-FR"/>
          </a:p>
        </p:txBody>
      </p:sp>
      <p:sp>
        <p:nvSpPr>
          <p:cNvPr id="1048702" name="ZoneTexte 17"/>
          <p:cNvSpPr txBox="1"/>
          <p:nvPr/>
        </p:nvSpPr>
        <p:spPr>
          <a:xfrm>
            <a:off x="2762025" y="4473389"/>
            <a:ext cx="1855695" cy="584775"/>
          </a:xfrm>
          <a:prstGeom prst="rect"/>
          <a:noFill/>
        </p:spPr>
        <p:txBody>
          <a:bodyPr rtlCol="0" wrap="square">
            <a:spAutoFit/>
          </a:bodyPr>
          <a:p>
            <a:pPr algn="ctr"/>
            <a:r>
              <a:rPr dirty="0" sz="1600" lang="fr-FR" smtClean="0"/>
              <a:t>Choisir les mots justes</a:t>
            </a:r>
            <a:endParaRPr dirty="0" sz="1600" lang="fr-FR"/>
          </a:p>
        </p:txBody>
      </p:sp>
      <p:sp>
        <p:nvSpPr>
          <p:cNvPr id="1048703" name="ZoneTexte 18"/>
          <p:cNvSpPr txBox="1"/>
          <p:nvPr/>
        </p:nvSpPr>
        <p:spPr>
          <a:xfrm>
            <a:off x="5057888" y="4469941"/>
            <a:ext cx="1855694" cy="584775"/>
          </a:xfrm>
          <a:prstGeom prst="rect"/>
          <a:noFill/>
        </p:spPr>
        <p:txBody>
          <a:bodyPr rtlCol="0" wrap="square">
            <a:spAutoFit/>
          </a:bodyPr>
          <a:p>
            <a:pPr algn="ctr"/>
            <a:r>
              <a:rPr dirty="0" sz="1600" lang="fr-FR" smtClean="0"/>
              <a:t>Donner une voix au texte</a:t>
            </a:r>
            <a:endParaRPr dirty="0" sz="1600" lang="fr-FR"/>
          </a:p>
        </p:txBody>
      </p:sp>
      <p:sp>
        <p:nvSpPr>
          <p:cNvPr id="1048704" name="ZoneTexte 19"/>
          <p:cNvSpPr txBox="1"/>
          <p:nvPr/>
        </p:nvSpPr>
        <p:spPr>
          <a:xfrm>
            <a:off x="7331336" y="4455459"/>
            <a:ext cx="1855695" cy="584775"/>
          </a:xfrm>
          <a:prstGeom prst="rect"/>
          <a:noFill/>
        </p:spPr>
        <p:txBody>
          <a:bodyPr rtlCol="0" wrap="square">
            <a:spAutoFit/>
          </a:bodyPr>
          <a:p>
            <a:pPr algn="ctr"/>
            <a:r>
              <a:rPr dirty="0" sz="1600" lang="fr-FR" smtClean="0"/>
              <a:t>Faire ressentir et comprendre</a:t>
            </a:r>
            <a:endParaRPr dirty="0" sz="1600" lang="fr-FR"/>
          </a:p>
        </p:txBody>
      </p:sp>
      <p:sp>
        <p:nvSpPr>
          <p:cNvPr id="1048705" name="ZoneTexte 20"/>
          <p:cNvSpPr txBox="1"/>
          <p:nvPr/>
        </p:nvSpPr>
        <p:spPr>
          <a:xfrm>
            <a:off x="9554582" y="4455460"/>
            <a:ext cx="1855695" cy="584775"/>
          </a:xfrm>
          <a:prstGeom prst="rect"/>
          <a:noFill/>
        </p:spPr>
        <p:txBody>
          <a:bodyPr rtlCol="0" wrap="square">
            <a:spAutoFit/>
          </a:bodyPr>
          <a:p>
            <a:pPr algn="ctr"/>
            <a:r>
              <a:rPr dirty="0" sz="1600" lang="fr-FR" smtClean="0"/>
              <a:t>Laisser une empreinte</a:t>
            </a:r>
            <a:endParaRPr dirty="0" sz="1600" lang="fr-F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4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7162" name="Image 1"/>
          <p:cNvPicPr>
            <a:picLocks noChangeAspect="1"/>
          </p:cNvPicPr>
          <p:nvPr/>
        </p:nvPicPr>
        <p:blipFill>
          <a:blip xmlns:r="http://schemas.openxmlformats.org/officeDocument/2006/relationships" r:embed="rId1" cstate="print"/>
          <a:stretch>
            <a:fillRect/>
          </a:stretch>
        </p:blipFill>
        <p:spPr>
          <a:xfrm>
            <a:off x="443753" y="363070"/>
            <a:ext cx="914400" cy="914400"/>
          </a:xfrm>
          <a:prstGeom prst="rect"/>
        </p:spPr>
      </p:pic>
      <p:sp>
        <p:nvSpPr>
          <p:cNvPr id="1048706" name="ZoneTexte 2"/>
          <p:cNvSpPr txBox="1"/>
          <p:nvPr/>
        </p:nvSpPr>
        <p:spPr>
          <a:xfrm>
            <a:off x="1452283" y="635604"/>
            <a:ext cx="2783542" cy="369332"/>
          </a:xfrm>
          <a:prstGeom prst="rect"/>
          <a:noFill/>
        </p:spPr>
        <p:txBody>
          <a:bodyPr rtlCol="0" wrap="square">
            <a:spAutoFit/>
          </a:bodyPr>
          <a:p>
            <a:r>
              <a:rPr dirty="0" lang="fr-FR" smtClean="0"/>
              <a:t>Catégories</a:t>
            </a:r>
            <a:endParaRPr dirty="0" lang="fr-FR"/>
          </a:p>
        </p:txBody>
      </p:sp>
      <p:sp>
        <p:nvSpPr>
          <p:cNvPr id="1048707" name="Text 2"/>
          <p:cNvSpPr txBox="1"/>
          <p:nvPr/>
        </p:nvSpPr>
        <p:spPr>
          <a:xfrm>
            <a:off x="548640" y="1277470"/>
            <a:ext cx="10972800" cy="64008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b="1" dirty="0" sz="3000" lang="en-US">
                <a:solidFill>
                  <a:srgbClr val="0A1F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Deux catégories, deux philosophies</a:t>
            </a:r>
            <a:endParaRPr dirty="0" sz="3000" lang="en-US"/>
          </a:p>
        </p:txBody>
      </p:sp>
      <p:sp>
        <p:nvSpPr>
          <p:cNvPr id="1048708" name="Shape 4"/>
          <p:cNvSpPr/>
          <p:nvPr/>
        </p:nvSpPr>
        <p:spPr>
          <a:xfrm>
            <a:off x="548640" y="2285999"/>
            <a:ext cx="5394960" cy="4027119"/>
          </a:xfrm>
          <a:prstGeom prst="roundRect">
            <a:avLst>
              <a:gd name="adj" fmla="val 2326"/>
            </a:avLst>
          </a:prstGeom>
          <a:solidFill>
            <a:srgbClr val="0A1F3D"/>
          </a:solidFill>
        </p:spPr>
      </p:sp>
      <p:sp>
        <p:nvSpPr>
          <p:cNvPr id="1048709" name="Shape 5"/>
          <p:cNvSpPr/>
          <p:nvPr/>
        </p:nvSpPr>
        <p:spPr>
          <a:xfrm>
            <a:off x="548640" y="2286000"/>
            <a:ext cx="5394960" cy="1051560"/>
          </a:xfrm>
          <a:prstGeom prst="roundRect">
            <a:avLst>
              <a:gd name="adj" fmla="val 8696"/>
            </a:avLst>
          </a:prstGeom>
          <a:solidFill>
            <a:srgbClr val="1D4582"/>
          </a:solidFill>
        </p:spPr>
      </p:sp>
      <p:sp>
        <p:nvSpPr>
          <p:cNvPr id="1048710" name="Text 7"/>
          <p:cNvSpPr txBox="1"/>
          <p:nvPr/>
        </p:nvSpPr>
        <p:spPr>
          <a:xfrm>
            <a:off x="868680" y="2286000"/>
            <a:ext cx="4754880" cy="105156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b="1" dirty="0" sz="2200" lang="en-US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JUNIORS · 12–18 ANS</a:t>
            </a:r>
            <a:endParaRPr dirty="0" sz="2200" lang="en-US"/>
          </a:p>
        </p:txBody>
      </p:sp>
      <p:sp>
        <p:nvSpPr>
          <p:cNvPr id="1048711" name="Text 8"/>
          <p:cNvSpPr txBox="1"/>
          <p:nvPr/>
        </p:nvSpPr>
        <p:spPr>
          <a:xfrm>
            <a:off x="868680" y="3337560"/>
            <a:ext cx="4754880" cy="50292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b="1" dirty="0" sz="1600" i="1" lang="en-US">
                <a:solidFill>
                  <a:srgbClr val="4E7FD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« Éveiller la voix »</a:t>
            </a:r>
            <a:endParaRPr dirty="0" sz="1600" lang="en-US"/>
          </a:p>
        </p:txBody>
      </p:sp>
      <p:sp>
        <p:nvSpPr>
          <p:cNvPr id="1048712" name="Text 3"/>
          <p:cNvSpPr txBox="1"/>
          <p:nvPr/>
        </p:nvSpPr>
        <p:spPr>
          <a:xfrm>
            <a:off x="868680" y="3833591"/>
            <a:ext cx="4943397" cy="725884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dirty="0" sz="1400" lang="en-US">
                <a:solidFill>
                  <a:srgbClr val="D7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L'objectif : révéler le potentiel du jeune participant et lui faire découvrir sa propre manière de s'exprimer, sans exiger la maturité argumentative d'un adulte.</a:t>
            </a:r>
            <a:endParaRPr dirty="0" sz="1400" lang="en-US"/>
          </a:p>
        </p:txBody>
      </p:sp>
      <p:sp>
        <p:nvSpPr>
          <p:cNvPr id="1048713" name="Text 14"/>
          <p:cNvSpPr txBox="1"/>
          <p:nvPr/>
        </p:nvSpPr>
        <p:spPr>
          <a:xfrm>
            <a:off x="874317" y="4617720"/>
            <a:ext cx="4937760" cy="32004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b="1" dirty="0" sz="1200" kern="0" lang="en-US" spc="200">
                <a:solidFill>
                  <a:srgbClr val="4E7F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EXEMPLES D'ÉPREUVES</a:t>
            </a:r>
            <a:endParaRPr dirty="0" sz="1200" lang="en-US"/>
          </a:p>
        </p:txBody>
      </p:sp>
      <p:sp>
        <p:nvSpPr>
          <p:cNvPr id="1048714" name="Text 10"/>
          <p:cNvSpPr txBox="1"/>
          <p:nvPr/>
        </p:nvSpPr>
        <p:spPr>
          <a:xfrm>
            <a:off x="868680" y="5055506"/>
            <a:ext cx="4814316" cy="1005840"/>
          </a:xfrm>
          <a:prstGeom prst="rect"/>
          <a:noFill/>
        </p:spPr>
        <p:txBody>
          <a:bodyPr anchor="ctr" rtlCol="0" wrap="square"/>
          <a:p>
            <a:pPr indent="0" marL="0">
              <a:lnSpc>
                <a:spcPct val="125000"/>
              </a:lnSpc>
              <a:buNone/>
            </a:pPr>
            <a:r>
              <a:rPr dirty="0" sz="1400" lang="en-US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Raconter une histoire à partir d'un mot</a:t>
            </a:r>
            <a:endParaRPr dirty="0" sz="1400" lang="en-US">
              <a:solidFill>
                <a:schemeClr val="bg1"/>
              </a:solidFill>
            </a:endParaRPr>
          </a:p>
          <a:p>
            <a:pPr indent="0" marL="0">
              <a:lnSpc>
                <a:spcPct val="125000"/>
              </a:lnSpc>
              <a:buNone/>
            </a:pPr>
            <a:r>
              <a:rPr dirty="0" sz="1400" lang="en-US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Interpréter un texte avec différentes émotions</a:t>
            </a:r>
            <a:endParaRPr dirty="0" sz="1400" lang="en-US">
              <a:solidFill>
                <a:schemeClr val="bg1"/>
              </a:solidFill>
            </a:endParaRPr>
          </a:p>
          <a:p>
            <a:pPr indent="0" marL="0">
              <a:lnSpc>
                <a:spcPct val="125000"/>
              </a:lnSpc>
              <a:buNone/>
            </a:pPr>
            <a:r>
              <a:rPr dirty="0" sz="1400" lang="en-US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Défendre une idée liée à la jeunesse</a:t>
            </a:r>
            <a:endParaRPr dirty="0" sz="1400" lang="en-US">
              <a:solidFill>
                <a:schemeClr val="bg1"/>
              </a:solidFill>
            </a:endParaRPr>
          </a:p>
        </p:txBody>
      </p:sp>
      <p:sp>
        <p:nvSpPr>
          <p:cNvPr id="1048715" name="Shape 10"/>
          <p:cNvSpPr/>
          <p:nvPr/>
        </p:nvSpPr>
        <p:spPr>
          <a:xfrm>
            <a:off x="6263640" y="2286000"/>
            <a:ext cx="5394960" cy="4027118"/>
          </a:xfrm>
          <a:prstGeom prst="roundRect">
            <a:avLst>
              <a:gd name="adj" fmla="val 2326"/>
            </a:avLst>
          </a:prstGeom>
          <a:solidFill>
            <a:srgbClr val="0A1F3D"/>
          </a:solidFill>
        </p:spPr>
      </p:sp>
      <p:sp>
        <p:nvSpPr>
          <p:cNvPr id="1048716" name="Shape 11"/>
          <p:cNvSpPr/>
          <p:nvPr/>
        </p:nvSpPr>
        <p:spPr>
          <a:xfrm>
            <a:off x="6263640" y="2286000"/>
            <a:ext cx="5394960" cy="1051560"/>
          </a:xfrm>
          <a:prstGeom prst="roundRect">
            <a:avLst>
              <a:gd name="adj" fmla="val 8696"/>
            </a:avLst>
          </a:prstGeom>
          <a:solidFill>
            <a:srgbClr val="8A5A22"/>
          </a:solidFill>
        </p:spPr>
      </p:sp>
      <p:sp>
        <p:nvSpPr>
          <p:cNvPr id="1048717" name="Text 13"/>
          <p:cNvSpPr txBox="1"/>
          <p:nvPr/>
        </p:nvSpPr>
        <p:spPr>
          <a:xfrm>
            <a:off x="6583680" y="2286000"/>
            <a:ext cx="4754880" cy="105156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b="1" dirty="0" sz="2200" lang="en-US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SENIORS · 19–30 ANS</a:t>
            </a:r>
            <a:endParaRPr dirty="0" sz="2200" lang="en-US"/>
          </a:p>
        </p:txBody>
      </p:sp>
      <p:sp>
        <p:nvSpPr>
          <p:cNvPr id="1048718" name="Text 14"/>
          <p:cNvSpPr txBox="1"/>
          <p:nvPr/>
        </p:nvSpPr>
        <p:spPr>
          <a:xfrm>
            <a:off x="6583680" y="3337560"/>
            <a:ext cx="4754880" cy="50292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b="1" dirty="0" sz="1600" i="1" lang="en-US">
                <a:solidFill>
                  <a:srgbClr val="FFD2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« Affirmer la voix »</a:t>
            </a:r>
            <a:endParaRPr dirty="0" sz="1600" lang="en-US"/>
          </a:p>
        </p:txBody>
      </p:sp>
      <p:sp>
        <p:nvSpPr>
          <p:cNvPr id="1048719" name="Text 3"/>
          <p:cNvSpPr txBox="1"/>
          <p:nvPr/>
        </p:nvSpPr>
        <p:spPr>
          <a:xfrm>
            <a:off x="6438377" y="3840480"/>
            <a:ext cx="4900183" cy="77724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dirty="0" sz="1400" lang="en-US">
                <a:solidFill>
                  <a:srgbClr val="D7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L'objectif : construire une pensée, défendre une position, convaincre, répondre et improviser — la logique de l'éloquence et de la maîtrise oratoire.</a:t>
            </a:r>
            <a:endParaRPr dirty="0" sz="1400" lang="en-US"/>
          </a:p>
        </p:txBody>
      </p:sp>
      <p:sp>
        <p:nvSpPr>
          <p:cNvPr id="1048720" name="Text 14"/>
          <p:cNvSpPr txBox="1"/>
          <p:nvPr/>
        </p:nvSpPr>
        <p:spPr>
          <a:xfrm>
            <a:off x="6438377" y="4572000"/>
            <a:ext cx="4937760" cy="32004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b="1" dirty="0" sz="1200" kern="0" lang="en-US" spc="200">
                <a:solidFill>
                  <a:srgbClr val="FFD2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EXEMPLES D'ÉPREUVES</a:t>
            </a:r>
            <a:endParaRPr dirty="0" sz="1200" lang="en-US"/>
          </a:p>
        </p:txBody>
      </p:sp>
      <p:sp>
        <p:nvSpPr>
          <p:cNvPr id="1048721" name="Text 19"/>
          <p:cNvSpPr txBox="1"/>
          <p:nvPr/>
        </p:nvSpPr>
        <p:spPr>
          <a:xfrm>
            <a:off x="6438377" y="5055506"/>
            <a:ext cx="4814316" cy="1005840"/>
          </a:xfrm>
          <a:prstGeom prst="rect"/>
          <a:noFill/>
        </p:spPr>
        <p:txBody>
          <a:bodyPr anchor="ctr" rtlCol="0" wrap="square"/>
          <a:p>
            <a:pPr indent="0" marL="0">
              <a:lnSpc>
                <a:spcPct val="125000"/>
              </a:lnSpc>
              <a:buNone/>
            </a:pPr>
            <a:r>
              <a:rPr dirty="0" sz="1400" lang="en-US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Sujet découvert au dernier moment</a:t>
            </a:r>
            <a:endParaRPr dirty="0" sz="1400" lang="en-US"/>
          </a:p>
          <a:p>
            <a:pPr indent="0" marL="0">
              <a:lnSpc>
                <a:spcPct val="125000"/>
              </a:lnSpc>
              <a:buNone/>
            </a:pPr>
            <a:r>
              <a:rPr dirty="0" sz="1400" lang="en-US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Réponse à une objection</a:t>
            </a:r>
            <a:endParaRPr dirty="0" sz="1400" lang="en-US"/>
          </a:p>
          <a:p>
            <a:pPr indent="0" marL="0">
              <a:lnSpc>
                <a:spcPct val="125000"/>
              </a:lnSpc>
              <a:buNone/>
            </a:pPr>
            <a:r>
              <a:rPr dirty="0" sz="1400" lang="en-US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Défense d'une position imposée</a:t>
            </a:r>
            <a:endParaRPr dirty="0" sz="1400"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4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22" name="Rectangle 4"/>
          <p:cNvSpPr/>
          <p:nvPr/>
        </p:nvSpPr>
        <p:spPr>
          <a:xfrm>
            <a:off x="5038" y="0"/>
            <a:ext cx="12199846" cy="6858000"/>
          </a:xfrm>
          <a:prstGeom prst="rect"/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  <a:endParaRPr lang="fr-FR"/>
          </a:p>
        </p:txBody>
      </p:sp>
      <p:pic>
        <p:nvPicPr>
          <p:cNvPr id="2097163" name="Image 1"/>
          <p:cNvPicPr>
            <a:picLocks noChangeAspect="1"/>
          </p:cNvPicPr>
          <p:nvPr/>
        </p:nvPicPr>
        <p:blipFill>
          <a:blip xmlns:r="http://schemas.openxmlformats.org/officeDocument/2006/relationships" r:embed="rId1" cstate="print"/>
          <a:stretch>
            <a:fillRect/>
          </a:stretch>
        </p:blipFill>
        <p:spPr>
          <a:xfrm>
            <a:off x="443753" y="363070"/>
            <a:ext cx="914400" cy="914400"/>
          </a:xfrm>
          <a:prstGeom prst="rect"/>
        </p:spPr>
      </p:pic>
      <p:sp>
        <p:nvSpPr>
          <p:cNvPr id="1048723" name="ZoneTexte 2"/>
          <p:cNvSpPr txBox="1"/>
          <p:nvPr/>
        </p:nvSpPr>
        <p:spPr>
          <a:xfrm>
            <a:off x="1452282" y="635604"/>
            <a:ext cx="3375211" cy="624839"/>
          </a:xfrm>
          <a:prstGeom prst="rect"/>
          <a:noFill/>
        </p:spPr>
        <p:txBody>
          <a:bodyPr rtlCol="0" wrap="square">
            <a:spAutoFit/>
          </a:bodyPr>
          <a:p>
            <a:r>
              <a:rPr dirty="0" lang="fr-FR" smtClean="0">
                <a:solidFill>
                  <a:schemeClr val="bg1"/>
                </a:solidFill>
              </a:rPr>
              <a:t>Particularité de LES VOIX d’ÂME</a:t>
            </a:r>
            <a:endParaRPr dirty="0" lang="fr-FR">
              <a:solidFill>
                <a:schemeClr val="bg1"/>
              </a:solidFill>
            </a:endParaRPr>
          </a:p>
        </p:txBody>
      </p:sp>
      <p:sp>
        <p:nvSpPr>
          <p:cNvPr id="1048724" name="Text 3"/>
          <p:cNvSpPr txBox="1"/>
          <p:nvPr/>
        </p:nvSpPr>
        <p:spPr>
          <a:xfrm>
            <a:off x="640080" y="1463040"/>
            <a:ext cx="5464885" cy="457200"/>
          </a:xfrm>
          <a:prstGeom prst="rect"/>
          <a:solidFill>
            <a:srgbClr val="002060"/>
          </a:solidFill>
          <a:ln>
            <a:solidFill>
              <a:schemeClr val="accent1"/>
            </a:solidFill>
          </a:ln>
        </p:spPr>
        <p:txBody>
          <a:bodyPr anchor="ctr" rtlCol="0" wrap="square"/>
          <a:p>
            <a:pPr algn="ctr" indent="0" marL="0">
              <a:buNone/>
            </a:pPr>
            <a:r>
              <a:rPr b="1" dirty="0" lang="en-US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Concours classique</a:t>
            </a:r>
            <a:endParaRPr dirty="0" lang="en-US">
              <a:solidFill>
                <a:schemeClr val="bg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048725" name="Text 5"/>
          <p:cNvSpPr txBox="1"/>
          <p:nvPr/>
        </p:nvSpPr>
        <p:spPr>
          <a:xfrm>
            <a:off x="6104965" y="1463040"/>
            <a:ext cx="5443907" cy="457200"/>
          </a:xfrm>
          <a:prstGeom prst="rect"/>
          <a:solidFill>
            <a:schemeClr val="accent1"/>
          </a:solidFill>
        </p:spPr>
        <p:txBody>
          <a:bodyPr anchor="ctr" rtlCol="0" wrap="square"/>
          <a:p>
            <a:pPr algn="ctr" indent="0" marL="0">
              <a:buNone/>
            </a:pPr>
            <a:r>
              <a:rPr b="1" dirty="0" lang="en-US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Voix d'Âme</a:t>
            </a:r>
            <a:endParaRPr dirty="0" lang="en-US"/>
          </a:p>
        </p:txBody>
      </p:sp>
      <p:sp>
        <p:nvSpPr>
          <p:cNvPr id="1048726" name="Text 7"/>
          <p:cNvSpPr txBox="1"/>
          <p:nvPr/>
        </p:nvSpPr>
        <p:spPr>
          <a:xfrm>
            <a:off x="640079" y="1920240"/>
            <a:ext cx="5464885" cy="612648"/>
          </a:xfrm>
          <a:prstGeom prst="rect"/>
          <a:noFill/>
          <a:ln>
            <a:solidFill>
              <a:schemeClr val="bg1"/>
            </a:solidFill>
          </a:ln>
        </p:spPr>
        <p:txBody>
          <a:bodyPr anchor="ctr" rtlCol="0" wrap="square"/>
          <a:p>
            <a:pPr indent="0" marL="0">
              <a:buNone/>
            </a:pPr>
            <a:r>
              <a:rPr dirty="0" sz="1600" lang="en-US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Évalue une prestation</a:t>
            </a:r>
            <a:endParaRPr dirty="0" sz="1600" lang="en-US">
              <a:solidFill>
                <a:schemeClr val="bg1"/>
              </a:solidFill>
            </a:endParaRPr>
          </a:p>
        </p:txBody>
      </p:sp>
      <p:sp>
        <p:nvSpPr>
          <p:cNvPr id="1048727" name="Text 9"/>
          <p:cNvSpPr txBox="1"/>
          <p:nvPr/>
        </p:nvSpPr>
        <p:spPr>
          <a:xfrm>
            <a:off x="640080" y="2532888"/>
            <a:ext cx="5464883" cy="566928"/>
          </a:xfrm>
          <a:prstGeom prst="rect"/>
          <a:noFill/>
          <a:ln>
            <a:solidFill>
              <a:schemeClr val="bg1"/>
            </a:solidFill>
          </a:ln>
        </p:spPr>
        <p:txBody>
          <a:bodyPr anchor="ctr" rtlCol="0" wrap="square"/>
          <a:p>
            <a:pPr indent="0" marL="0">
              <a:buNone/>
            </a:pPr>
            <a:r>
              <a:rPr dirty="0" sz="1600" lang="en-US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Recherche une performance</a:t>
            </a:r>
            <a:endParaRPr dirty="0" sz="1600" lang="en-US">
              <a:solidFill>
                <a:schemeClr val="bg1"/>
              </a:solidFill>
            </a:endParaRPr>
          </a:p>
        </p:txBody>
      </p:sp>
      <p:sp>
        <p:nvSpPr>
          <p:cNvPr id="1048728" name="Text 12"/>
          <p:cNvSpPr txBox="1"/>
          <p:nvPr/>
        </p:nvSpPr>
        <p:spPr>
          <a:xfrm>
            <a:off x="640078" y="3099816"/>
            <a:ext cx="5464883" cy="566928"/>
          </a:xfrm>
          <a:prstGeom prst="rect"/>
          <a:noFill/>
          <a:ln>
            <a:solidFill>
              <a:schemeClr val="bg1"/>
            </a:solidFill>
          </a:ln>
        </p:spPr>
        <p:txBody>
          <a:bodyPr anchor="ctr" rtlCol="0" wrap="square"/>
          <a:p>
            <a:pPr indent="0" marL="0">
              <a:buNone/>
            </a:pPr>
            <a:r>
              <a:rPr dirty="0" sz="1600" lang="en-US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concentre sur le résultat</a:t>
            </a:r>
            <a:endParaRPr dirty="0" sz="1600" lang="en-US">
              <a:solidFill>
                <a:schemeClr val="bg1"/>
              </a:solidFill>
            </a:endParaRPr>
          </a:p>
        </p:txBody>
      </p:sp>
      <p:sp>
        <p:nvSpPr>
          <p:cNvPr id="1048729" name="Text 14"/>
          <p:cNvSpPr txBox="1"/>
          <p:nvPr/>
        </p:nvSpPr>
        <p:spPr>
          <a:xfrm>
            <a:off x="640080" y="3666744"/>
            <a:ext cx="5464881" cy="566928"/>
          </a:xfrm>
          <a:prstGeom prst="rect"/>
          <a:noFill/>
          <a:ln>
            <a:solidFill>
              <a:schemeClr val="bg1"/>
            </a:solidFill>
          </a:ln>
        </p:spPr>
        <p:txBody>
          <a:bodyPr anchor="ctr" rtlCol="0" wrap="square"/>
          <a:p>
            <a:pPr indent="0" marL="0">
              <a:buNone/>
            </a:pPr>
            <a:r>
              <a:rPr dirty="0" sz="1600" lang="en-US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Écriture ou oral</a:t>
            </a:r>
            <a:endParaRPr dirty="0" sz="1600" lang="en-US">
              <a:solidFill>
                <a:schemeClr val="bg1"/>
              </a:solidFill>
            </a:endParaRPr>
          </a:p>
        </p:txBody>
      </p:sp>
      <p:sp>
        <p:nvSpPr>
          <p:cNvPr id="1048730" name="Text 8"/>
          <p:cNvSpPr txBox="1"/>
          <p:nvPr/>
        </p:nvSpPr>
        <p:spPr>
          <a:xfrm>
            <a:off x="6104964" y="1920240"/>
            <a:ext cx="5443908" cy="612648"/>
          </a:xfrm>
          <a:prstGeom prst="rect"/>
          <a:noFill/>
          <a:ln>
            <a:solidFill>
              <a:schemeClr val="bg1"/>
            </a:solidFill>
          </a:ln>
        </p:spPr>
        <p:txBody>
          <a:bodyPr anchor="ctr" rtlCol="0" wrap="square"/>
          <a:p>
            <a:pPr indent="0" marL="0">
              <a:buNone/>
            </a:pPr>
            <a:r>
              <a:rPr b="1" dirty="0" sz="1600" lang="en-US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Évalue un parcours</a:t>
            </a:r>
            <a:endParaRPr dirty="0" sz="1600" lang="en-US">
              <a:solidFill>
                <a:schemeClr val="bg1"/>
              </a:solidFill>
            </a:endParaRPr>
          </a:p>
        </p:txBody>
      </p:sp>
      <p:sp>
        <p:nvSpPr>
          <p:cNvPr id="1048731" name="Text 10"/>
          <p:cNvSpPr txBox="1"/>
          <p:nvPr/>
        </p:nvSpPr>
        <p:spPr>
          <a:xfrm>
            <a:off x="6104963" y="2532888"/>
            <a:ext cx="5443909" cy="566928"/>
          </a:xfrm>
          <a:prstGeom prst="rect"/>
          <a:noFill/>
          <a:ln>
            <a:solidFill>
              <a:schemeClr val="bg1"/>
            </a:solidFill>
          </a:ln>
        </p:spPr>
        <p:txBody>
          <a:bodyPr anchor="ctr" rtlCol="0" wrap="square"/>
          <a:p>
            <a:pPr indent="0" marL="0">
              <a:buNone/>
            </a:pPr>
            <a:r>
              <a:rPr b="1" dirty="0" sz="1600" lang="en-US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Révèle un potentiel</a:t>
            </a:r>
            <a:endParaRPr dirty="0" sz="1600" lang="en-US">
              <a:solidFill>
                <a:schemeClr val="bg1"/>
              </a:solidFill>
            </a:endParaRPr>
          </a:p>
        </p:txBody>
      </p:sp>
      <p:sp>
        <p:nvSpPr>
          <p:cNvPr id="1048732" name="Text 13"/>
          <p:cNvSpPr txBox="1"/>
          <p:nvPr/>
        </p:nvSpPr>
        <p:spPr>
          <a:xfrm>
            <a:off x="6104962" y="3099816"/>
            <a:ext cx="5443910" cy="566928"/>
          </a:xfrm>
          <a:prstGeom prst="rect"/>
          <a:noFill/>
          <a:ln>
            <a:solidFill>
              <a:schemeClr val="bg1"/>
            </a:solidFill>
          </a:ln>
        </p:spPr>
        <p:txBody>
          <a:bodyPr anchor="ctr" rtlCol="0" wrap="square"/>
          <a:p>
            <a:pPr indent="0" marL="0">
              <a:buNone/>
            </a:pPr>
            <a:r>
              <a:rPr b="1" dirty="0" sz="1600" lang="en-US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Valorise aussi la progression</a:t>
            </a:r>
            <a:endParaRPr dirty="0" sz="1600" lang="en-US">
              <a:solidFill>
                <a:schemeClr val="bg1"/>
              </a:solidFill>
            </a:endParaRPr>
          </a:p>
        </p:txBody>
      </p:sp>
      <p:sp>
        <p:nvSpPr>
          <p:cNvPr id="1048733" name="Text 15"/>
          <p:cNvSpPr txBox="1"/>
          <p:nvPr/>
        </p:nvSpPr>
        <p:spPr>
          <a:xfrm>
            <a:off x="6104961" y="3666744"/>
            <a:ext cx="5443911" cy="566928"/>
          </a:xfrm>
          <a:prstGeom prst="rect"/>
          <a:noFill/>
          <a:ln>
            <a:solidFill>
              <a:schemeClr val="bg1"/>
            </a:solidFill>
          </a:ln>
        </p:spPr>
        <p:txBody>
          <a:bodyPr anchor="ctr" rtlCol="0" wrap="square"/>
          <a:p>
            <a:pPr indent="0" marL="0">
              <a:buNone/>
            </a:pPr>
            <a:r>
              <a:rPr b="1" dirty="0" sz="1600" lang="en-US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Écriture et oral</a:t>
            </a:r>
            <a:endParaRPr dirty="0" sz="1600" lang="en-US">
              <a:solidFill>
                <a:schemeClr val="bg1"/>
              </a:solidFill>
            </a:endParaRPr>
          </a:p>
        </p:txBody>
      </p:sp>
      <p:sp>
        <p:nvSpPr>
          <p:cNvPr id="1048734" name="Shape 23"/>
          <p:cNvSpPr/>
          <p:nvPr/>
        </p:nvSpPr>
        <p:spPr>
          <a:xfrm>
            <a:off x="8081682" y="4682576"/>
            <a:ext cx="3467190" cy="1572229"/>
          </a:xfrm>
          <a:prstGeom prst="roundRect">
            <a:avLst>
              <a:gd name="adj" fmla="val 2985"/>
            </a:avLst>
          </a:prstGeom>
          <a:solidFill>
            <a:srgbClr val="1D4582"/>
          </a:solidFill>
        </p:spPr>
      </p:sp>
      <p:sp>
        <p:nvSpPr>
          <p:cNvPr id="1048735" name="ZoneTexte 21"/>
          <p:cNvSpPr txBox="1"/>
          <p:nvPr/>
        </p:nvSpPr>
        <p:spPr>
          <a:xfrm>
            <a:off x="8248694" y="4855545"/>
            <a:ext cx="3133165" cy="1691640"/>
          </a:xfrm>
          <a:prstGeom prst="rect"/>
          <a:noFill/>
        </p:spPr>
        <p:txBody>
          <a:bodyPr rtlCol="0" wrap="square">
            <a:spAutoFit/>
          </a:bodyPr>
          <a:p>
            <a:r>
              <a:rPr dirty="0" lang="fr-FR" smtClean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Le candidat ne repar</a:t>
            </a:r>
            <a:r>
              <a:rPr altLang="fr-FR" dirty="0" lang="en-US" smtClean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t </a:t>
            </a:r>
            <a:r>
              <a:rPr dirty="0" lang="fr-FR" smtClean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pas seulement avec un classement mais une expérience et des compétences supplémentaire</a:t>
            </a:r>
            <a:r>
              <a:rPr altLang="fr-FR" dirty="0" lang="en-US" smtClean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s</a:t>
            </a:r>
            <a:r>
              <a:rPr dirty="0" lang="fr-FR" smtClean="0">
                <a:solidFill>
                  <a:schemeClr val="bg1"/>
                </a:solidFill>
              </a:rPr>
              <a:t>. </a:t>
            </a:r>
            <a:endParaRPr dirty="0" lang="fr-FR">
              <a:solidFill>
                <a:schemeClr val="bg1"/>
              </a:solidFill>
            </a:endParaRPr>
          </a:p>
        </p:txBody>
      </p:sp>
      <p:sp>
        <p:nvSpPr>
          <p:cNvPr id="1048736" name="Shape 23"/>
          <p:cNvSpPr/>
          <p:nvPr/>
        </p:nvSpPr>
        <p:spPr>
          <a:xfrm>
            <a:off x="640079" y="4355233"/>
            <a:ext cx="7125896" cy="2396295"/>
          </a:xfrm>
          <a:prstGeom prst="roundRect">
            <a:avLst>
              <a:gd name="adj" fmla="val 2985"/>
            </a:avLst>
          </a:prstGeom>
          <a:solidFill>
            <a:srgbClr val="1D4582"/>
          </a:solidFill>
        </p:spPr>
      </p:sp>
      <p:sp>
        <p:nvSpPr>
          <p:cNvPr id="1048737" name="Text 1"/>
          <p:cNvSpPr txBox="1"/>
          <p:nvPr/>
        </p:nvSpPr>
        <p:spPr>
          <a:xfrm>
            <a:off x="640078" y="4498310"/>
            <a:ext cx="3372152" cy="394267"/>
          </a:xfrm>
          <a:prstGeom prst="rect"/>
          <a:noFill/>
        </p:spPr>
        <p:txBody>
          <a:bodyPr anchor="ctr" rtlCol="0" wrap="square"/>
          <a:p>
            <a:pPr defTabSz="914400" eaLnBrk="1" fontAlgn="auto" hangingPunct="1" indent="0" latinLnBrk="0" lvl="0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baseline="0" b="1" cap="none" dirty="0" sz="2000" i="0" kern="0" kumimoji="0" lang="en-US" noProof="0" normalizeH="0" spc="0" strike="noStrike" u="none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Le Passeport de la Voix</a:t>
            </a:r>
            <a:endParaRPr baseline="0" b="0" cap="none" dirty="0" sz="2000" i="0" kern="0" kumimoji="0" lang="en-US" noProof="0" normalizeH="0" spc="0" strike="noStrike" u="none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1048738" name="ZoneTexte 24"/>
          <p:cNvSpPr txBox="1"/>
          <p:nvPr/>
        </p:nvSpPr>
        <p:spPr>
          <a:xfrm>
            <a:off x="640078" y="5018172"/>
            <a:ext cx="3687859" cy="1424939"/>
          </a:xfrm>
          <a:prstGeom prst="rect"/>
          <a:noFill/>
        </p:spPr>
        <p:txBody>
          <a:bodyPr rtlCol="0" wrap="square">
            <a:spAutoFit/>
          </a:bodyPr>
          <a:p>
            <a:r>
              <a:rPr dirty="0" lang="fr-FR" smtClean="0">
                <a:solidFill>
                  <a:schemeClr val="bg1"/>
                </a:solidFill>
              </a:rPr>
              <a:t>Il ne s’agit pas d’un simple carnet de note mais un outil permettant d’identifier les qualités du participant et ses points d’amélioration. </a:t>
            </a:r>
            <a:endParaRPr dirty="0" lang="fr-FR">
              <a:solidFill>
                <a:schemeClr val="bg1"/>
              </a:solidFill>
            </a:endParaRPr>
          </a:p>
        </p:txBody>
      </p:sp>
      <p:sp>
        <p:nvSpPr>
          <p:cNvPr id="1048739" name="Text 8"/>
          <p:cNvSpPr txBox="1"/>
          <p:nvPr/>
        </p:nvSpPr>
        <p:spPr>
          <a:xfrm>
            <a:off x="4832275" y="4682576"/>
            <a:ext cx="2024235" cy="296331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dirty="0" sz="1200" i="1" lang="en-US">
                <a:solidFill>
                  <a:srgbClr val="E4EC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Qualité de la plume</a:t>
            </a:r>
            <a:endParaRPr dirty="0" sz="1200" i="1" lang="en-US"/>
          </a:p>
        </p:txBody>
      </p:sp>
      <p:sp>
        <p:nvSpPr>
          <p:cNvPr id="1048740" name="Text 12"/>
          <p:cNvSpPr txBox="1"/>
          <p:nvPr/>
        </p:nvSpPr>
        <p:spPr>
          <a:xfrm>
            <a:off x="4827488" y="4978907"/>
            <a:ext cx="2024235" cy="313032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dirty="0" sz="1200" i="1" lang="en-US">
                <a:solidFill>
                  <a:srgbClr val="E4EC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Diction </a:t>
            </a:r>
            <a:r>
              <a:rPr dirty="0" sz="1200" i="1" lang="en-US" smtClean="0">
                <a:solidFill>
                  <a:srgbClr val="E4EC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 </a:t>
            </a:r>
            <a:r>
              <a:rPr dirty="0" sz="1200" i="1" lang="en-US">
                <a:solidFill>
                  <a:srgbClr val="E4EC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expression vocale</a:t>
            </a:r>
            <a:endParaRPr dirty="0" sz="1200" i="1" lang="en-US"/>
          </a:p>
        </p:txBody>
      </p:sp>
      <p:sp>
        <p:nvSpPr>
          <p:cNvPr id="1048741" name="Text 16"/>
          <p:cNvSpPr txBox="1"/>
          <p:nvPr/>
        </p:nvSpPr>
        <p:spPr>
          <a:xfrm>
            <a:off x="4835369" y="5242206"/>
            <a:ext cx="2024235" cy="314014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dirty="0" sz="1200" i="1" lang="en-US">
                <a:solidFill>
                  <a:srgbClr val="E4EC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Gestion du stress</a:t>
            </a:r>
            <a:endParaRPr dirty="0" sz="1200" i="1" lang="en-US"/>
          </a:p>
        </p:txBody>
      </p:sp>
      <p:sp>
        <p:nvSpPr>
          <p:cNvPr id="1048742" name="Text 20"/>
          <p:cNvSpPr txBox="1"/>
          <p:nvPr/>
        </p:nvSpPr>
        <p:spPr>
          <a:xfrm>
            <a:off x="4827487" y="5512021"/>
            <a:ext cx="2024235" cy="297836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dirty="0" sz="1200" i="1" lang="en-US">
                <a:solidFill>
                  <a:srgbClr val="E4EC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Argumentation</a:t>
            </a:r>
            <a:endParaRPr dirty="0" sz="1200" i="1" lang="en-US"/>
          </a:p>
        </p:txBody>
      </p:sp>
      <p:sp>
        <p:nvSpPr>
          <p:cNvPr id="1048743" name="Text 10"/>
          <p:cNvSpPr txBox="1"/>
          <p:nvPr/>
        </p:nvSpPr>
        <p:spPr>
          <a:xfrm>
            <a:off x="4827489" y="4372917"/>
            <a:ext cx="2024235" cy="36576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dirty="0" sz="1200" i="1" lang="en-US">
                <a:solidFill>
                  <a:srgbClr val="E4EC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Construction des idées</a:t>
            </a:r>
            <a:endParaRPr dirty="0" sz="1200" i="1" lang="en-US"/>
          </a:p>
        </p:txBody>
      </p:sp>
      <p:sp>
        <p:nvSpPr>
          <p:cNvPr id="1048744" name="Text 14"/>
          <p:cNvSpPr txBox="1"/>
          <p:nvPr/>
        </p:nvSpPr>
        <p:spPr>
          <a:xfrm>
            <a:off x="4827489" y="5812001"/>
            <a:ext cx="2606040" cy="280912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dirty="0" sz="1200" i="1" lang="en-US">
                <a:solidFill>
                  <a:srgbClr val="E4EC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Présence scénique</a:t>
            </a:r>
            <a:endParaRPr dirty="0" sz="1200" i="1" lang="en-US"/>
          </a:p>
        </p:txBody>
      </p:sp>
      <p:sp>
        <p:nvSpPr>
          <p:cNvPr id="1048745" name="Text 18"/>
          <p:cNvSpPr txBox="1"/>
          <p:nvPr/>
        </p:nvSpPr>
        <p:spPr>
          <a:xfrm>
            <a:off x="4827489" y="6095515"/>
            <a:ext cx="2606040" cy="292615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dirty="0" sz="1150" lang="en-US">
                <a:solidFill>
                  <a:srgbClr val="E4EC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r>
              <a:rPr dirty="0" sz="1200" i="1" lang="en-US">
                <a:solidFill>
                  <a:srgbClr val="E4EC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apacité d'improvisation</a:t>
            </a:r>
            <a:endParaRPr dirty="0" sz="1200" i="1" lang="en-US"/>
          </a:p>
        </p:txBody>
      </p:sp>
      <p:sp>
        <p:nvSpPr>
          <p:cNvPr id="1048746" name="Text 22"/>
          <p:cNvSpPr txBox="1"/>
          <p:nvPr/>
        </p:nvSpPr>
        <p:spPr>
          <a:xfrm>
            <a:off x="4835369" y="6315466"/>
            <a:ext cx="2606040" cy="36576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dirty="0" sz="1200" i="1" lang="en-US">
                <a:solidFill>
                  <a:srgbClr val="E4EC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 global</a:t>
            </a:r>
            <a:endParaRPr dirty="0" sz="1200" i="1" lang="en-US"/>
          </a:p>
        </p:txBody>
      </p:sp>
      <p:sp>
        <p:nvSpPr>
          <p:cNvPr id="1048747" name="Shape 9"/>
          <p:cNvSpPr/>
          <p:nvPr/>
        </p:nvSpPr>
        <p:spPr>
          <a:xfrm>
            <a:off x="4580811" y="4500933"/>
            <a:ext cx="109728" cy="109728"/>
          </a:xfrm>
          <a:prstGeom prst="ellipse"/>
          <a:solidFill>
            <a:srgbClr val="4E7FD9"/>
          </a:solidFill>
        </p:spPr>
      </p:sp>
      <p:sp>
        <p:nvSpPr>
          <p:cNvPr id="1048748" name="Shape 9"/>
          <p:cNvSpPr/>
          <p:nvPr/>
        </p:nvSpPr>
        <p:spPr>
          <a:xfrm>
            <a:off x="4588780" y="4745736"/>
            <a:ext cx="109728" cy="109728"/>
          </a:xfrm>
          <a:prstGeom prst="ellipse"/>
          <a:solidFill>
            <a:srgbClr val="4E7FD9"/>
          </a:solidFill>
        </p:spPr>
      </p:sp>
      <p:sp>
        <p:nvSpPr>
          <p:cNvPr id="1048749" name="Shape 9"/>
          <p:cNvSpPr/>
          <p:nvPr/>
        </p:nvSpPr>
        <p:spPr>
          <a:xfrm>
            <a:off x="4588780" y="5081840"/>
            <a:ext cx="109728" cy="109728"/>
          </a:xfrm>
          <a:prstGeom prst="ellipse"/>
          <a:solidFill>
            <a:srgbClr val="4E7FD9"/>
          </a:solidFill>
        </p:spPr>
      </p:sp>
      <p:sp>
        <p:nvSpPr>
          <p:cNvPr id="1048750" name="Shape 9"/>
          <p:cNvSpPr/>
          <p:nvPr/>
        </p:nvSpPr>
        <p:spPr>
          <a:xfrm>
            <a:off x="4580811" y="5338061"/>
            <a:ext cx="109728" cy="109728"/>
          </a:xfrm>
          <a:prstGeom prst="ellipse"/>
          <a:solidFill>
            <a:srgbClr val="4E7FD9"/>
          </a:solidFill>
        </p:spPr>
      </p:sp>
      <p:sp>
        <p:nvSpPr>
          <p:cNvPr id="1048751" name="Shape 9"/>
          <p:cNvSpPr/>
          <p:nvPr/>
        </p:nvSpPr>
        <p:spPr>
          <a:xfrm>
            <a:off x="4588780" y="5627571"/>
            <a:ext cx="109728" cy="109728"/>
          </a:xfrm>
          <a:prstGeom prst="ellipse"/>
          <a:solidFill>
            <a:srgbClr val="4E7FD9"/>
          </a:solidFill>
        </p:spPr>
      </p:sp>
      <p:sp>
        <p:nvSpPr>
          <p:cNvPr id="1048752" name="Shape 9"/>
          <p:cNvSpPr/>
          <p:nvPr/>
        </p:nvSpPr>
        <p:spPr>
          <a:xfrm>
            <a:off x="4580811" y="5907416"/>
            <a:ext cx="109728" cy="109728"/>
          </a:xfrm>
          <a:prstGeom prst="ellipse"/>
          <a:solidFill>
            <a:srgbClr val="4E7FD9"/>
          </a:solidFill>
        </p:spPr>
      </p:sp>
      <p:sp>
        <p:nvSpPr>
          <p:cNvPr id="1048753" name="Shape 9"/>
          <p:cNvSpPr/>
          <p:nvPr/>
        </p:nvSpPr>
        <p:spPr>
          <a:xfrm>
            <a:off x="4584192" y="6163637"/>
            <a:ext cx="109728" cy="109728"/>
          </a:xfrm>
          <a:prstGeom prst="ellipse"/>
          <a:solidFill>
            <a:srgbClr val="4E7FD9"/>
          </a:solidFill>
        </p:spPr>
      </p:sp>
      <p:sp>
        <p:nvSpPr>
          <p:cNvPr id="1048754" name="Shape 9"/>
          <p:cNvSpPr/>
          <p:nvPr/>
        </p:nvSpPr>
        <p:spPr>
          <a:xfrm>
            <a:off x="4584192" y="6443482"/>
            <a:ext cx="109728" cy="109728"/>
          </a:xfrm>
          <a:prstGeom prst="ellipse"/>
          <a:solidFill>
            <a:srgbClr val="4E7FD9"/>
          </a:solidFill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4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55" name="Rectangle 26"/>
          <p:cNvSpPr/>
          <p:nvPr/>
        </p:nvSpPr>
        <p:spPr>
          <a:xfrm>
            <a:off x="1712482" y="490227"/>
            <a:ext cx="12199846" cy="6858000"/>
          </a:xfrm>
          <a:prstGeom prst="rect"/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  <a:endParaRPr lang="fr-FR"/>
          </a:p>
        </p:txBody>
      </p:sp>
      <p:pic>
        <p:nvPicPr>
          <p:cNvPr id="2097164" name="Image 1"/>
          <p:cNvPicPr>
            <a:picLocks noChangeAspect="1"/>
          </p:cNvPicPr>
          <p:nvPr/>
        </p:nvPicPr>
        <p:blipFill>
          <a:blip xmlns:r="http://schemas.openxmlformats.org/officeDocument/2006/relationships" r:embed="rId1" cstate="print"/>
          <a:stretch>
            <a:fillRect/>
          </a:stretch>
        </p:blipFill>
        <p:spPr>
          <a:xfrm>
            <a:off x="443753" y="363070"/>
            <a:ext cx="914400" cy="914400"/>
          </a:xfrm>
          <a:prstGeom prst="rect"/>
        </p:spPr>
      </p:pic>
      <p:sp>
        <p:nvSpPr>
          <p:cNvPr id="1048756" name="ZoneTexte 2"/>
          <p:cNvSpPr txBox="1"/>
          <p:nvPr/>
        </p:nvSpPr>
        <p:spPr>
          <a:xfrm>
            <a:off x="1452283" y="635604"/>
            <a:ext cx="2783542" cy="369332"/>
          </a:xfrm>
          <a:prstGeom prst="rect"/>
          <a:noFill/>
        </p:spPr>
        <p:txBody>
          <a:bodyPr rtlCol="0" wrap="square">
            <a:spAutoFit/>
          </a:bodyPr>
          <a:p>
            <a:r>
              <a:rPr dirty="0" lang="fr-FR" smtClean="0">
                <a:solidFill>
                  <a:schemeClr val="bg1"/>
                </a:solidFill>
              </a:rPr>
              <a:t>Parcours du Candidat</a:t>
            </a:r>
            <a:endParaRPr dirty="0" lang="fr-FR">
              <a:solidFill>
                <a:schemeClr val="bg1"/>
              </a:solidFill>
            </a:endParaRPr>
          </a:p>
        </p:txBody>
      </p:sp>
      <p:sp>
        <p:nvSpPr>
          <p:cNvPr id="1048757" name="Text 2"/>
          <p:cNvSpPr txBox="1"/>
          <p:nvPr/>
        </p:nvSpPr>
        <p:spPr>
          <a:xfrm>
            <a:off x="502920" y="1506511"/>
            <a:ext cx="10972800" cy="64008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b="1" dirty="0" sz="3000" lang="en-US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Une montée en puissance</a:t>
            </a:r>
            <a:endParaRPr dirty="0" sz="3000" lang="en-US">
              <a:solidFill>
                <a:schemeClr val="bg1"/>
              </a:solidFill>
            </a:endParaRPr>
          </a:p>
        </p:txBody>
      </p:sp>
      <p:sp>
        <p:nvSpPr>
          <p:cNvPr id="1048758" name="Shape 4"/>
          <p:cNvSpPr/>
          <p:nvPr/>
        </p:nvSpPr>
        <p:spPr>
          <a:xfrm>
            <a:off x="541918" y="3016175"/>
            <a:ext cx="2594610" cy="3017520"/>
          </a:xfrm>
          <a:prstGeom prst="roundRect">
            <a:avLst>
              <a:gd name="adj" fmla="val 2819"/>
            </a:avLst>
          </a:prstGeom>
          <a:solidFill>
            <a:srgbClr val="F3F6FC"/>
          </a:solidFill>
        </p:spPr>
      </p:sp>
      <p:sp>
        <p:nvSpPr>
          <p:cNvPr id="1048759" name="Shape 5"/>
          <p:cNvSpPr/>
          <p:nvPr/>
        </p:nvSpPr>
        <p:spPr>
          <a:xfrm>
            <a:off x="1525905" y="2514600"/>
            <a:ext cx="640080" cy="640080"/>
          </a:xfrm>
          <a:prstGeom prst="ellipse"/>
          <a:solidFill>
            <a:srgbClr val="0A1F3D"/>
          </a:solidFill>
        </p:spPr>
      </p:sp>
      <p:sp>
        <p:nvSpPr>
          <p:cNvPr id="1048760" name="Text 6"/>
          <p:cNvSpPr txBox="1"/>
          <p:nvPr/>
        </p:nvSpPr>
        <p:spPr>
          <a:xfrm>
            <a:off x="1525905" y="2514600"/>
            <a:ext cx="640080" cy="640080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b="1" dirty="0" sz="2200" lang="en-US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dirty="0" sz="2200" lang="en-US"/>
          </a:p>
        </p:txBody>
      </p:sp>
      <p:sp>
        <p:nvSpPr>
          <p:cNvPr id="1048761" name="Text 7"/>
          <p:cNvSpPr txBox="1"/>
          <p:nvPr/>
        </p:nvSpPr>
        <p:spPr>
          <a:xfrm>
            <a:off x="685800" y="3291840"/>
            <a:ext cx="2320290" cy="457200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b="1" dirty="0" sz="2000" lang="en-US">
                <a:solidFill>
                  <a:srgbClr val="0A1F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Audition</a:t>
            </a:r>
            <a:endParaRPr dirty="0" sz="2000" lang="en-US"/>
          </a:p>
        </p:txBody>
      </p:sp>
      <p:sp>
        <p:nvSpPr>
          <p:cNvPr id="1048762" name="Text 8"/>
          <p:cNvSpPr txBox="1"/>
          <p:nvPr/>
        </p:nvSpPr>
        <p:spPr>
          <a:xfrm>
            <a:off x="685800" y="3653103"/>
            <a:ext cx="2274570" cy="2061897"/>
          </a:xfrm>
          <a:prstGeom prst="rect"/>
          <a:noFill/>
        </p:spPr>
        <p:txBody>
          <a:bodyPr anchor="ctr" bIns="0" lIns="0" rIns="0" rtlCol="0" tIns="0" wrap="square"/>
          <a:p>
            <a:pPr algn="ctr">
              <a:lnSpc>
                <a:spcPct val="115000"/>
              </a:lnSpc>
            </a:pPr>
            <a:r>
              <a:rPr dirty="0" sz="1400" lang="en-US" smtClean="0">
                <a:solidFill>
                  <a:srgbClr val="445066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Les </a:t>
            </a:r>
            <a:r>
              <a:rPr dirty="0" sz="1400" lang="en-US" err="1" smtClean="0">
                <a:solidFill>
                  <a:srgbClr val="445066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candidats</a:t>
            </a:r>
            <a:r>
              <a:rPr dirty="0" sz="1400" lang="en-US" smtClean="0">
                <a:solidFill>
                  <a:srgbClr val="445066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 </a:t>
            </a:r>
            <a:r>
              <a:rPr dirty="0" sz="1400" lang="en-US" err="1" smtClean="0">
                <a:solidFill>
                  <a:srgbClr val="445066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devront</a:t>
            </a:r>
            <a:r>
              <a:rPr dirty="0" sz="1400" lang="en-US" smtClean="0">
                <a:solidFill>
                  <a:srgbClr val="445066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 </a:t>
            </a:r>
            <a:r>
              <a:rPr dirty="0" sz="1400" lang="en-US" err="1" smtClean="0">
                <a:solidFill>
                  <a:srgbClr val="445066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envoyer</a:t>
            </a:r>
            <a:r>
              <a:rPr dirty="0" sz="1400" lang="en-US" smtClean="0">
                <a:solidFill>
                  <a:srgbClr val="445066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 </a:t>
            </a:r>
            <a:r>
              <a:rPr dirty="0" sz="1400" lang="en-US" err="1" smtClean="0">
                <a:solidFill>
                  <a:srgbClr val="445066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une</a:t>
            </a:r>
            <a:r>
              <a:rPr dirty="0" sz="1400" lang="en-US" smtClean="0">
                <a:solidFill>
                  <a:srgbClr val="445066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 vid</a:t>
            </a:r>
            <a:r>
              <a:rPr dirty="0" sz="1400" lang="fr-FR" smtClean="0">
                <a:solidFill>
                  <a:srgbClr val="445066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éo </a:t>
            </a:r>
            <a:r>
              <a:rPr dirty="0" sz="1400" lang="en-US" err="1" smtClean="0">
                <a:solidFill>
                  <a:srgbClr val="445066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d’une</a:t>
            </a:r>
            <a:r>
              <a:rPr dirty="0" sz="1400" lang="en-US" smtClean="0">
                <a:solidFill>
                  <a:srgbClr val="445066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 </a:t>
            </a:r>
            <a:r>
              <a:rPr dirty="0" sz="1400" lang="en-US" err="1" smtClean="0">
                <a:solidFill>
                  <a:srgbClr val="445066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durée</a:t>
            </a:r>
            <a:r>
              <a:rPr dirty="0" sz="1400" lang="en-US" smtClean="0">
                <a:solidFill>
                  <a:srgbClr val="445066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 de 3 à 5 minutes qui </a:t>
            </a:r>
            <a:r>
              <a:rPr dirty="0" sz="1400" lang="en-US" err="1" smtClean="0">
                <a:solidFill>
                  <a:srgbClr val="445066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devra</a:t>
            </a:r>
            <a:r>
              <a:rPr dirty="0" sz="1400" lang="en-US" smtClean="0">
                <a:solidFill>
                  <a:srgbClr val="445066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 pr</a:t>
            </a:r>
            <a:r>
              <a:rPr dirty="0" sz="1400" lang="fr-FR" smtClean="0">
                <a:solidFill>
                  <a:srgbClr val="445066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ésenter </a:t>
            </a:r>
            <a:r>
              <a:rPr dirty="0" sz="1400" lang="en-US" err="1" smtClean="0">
                <a:solidFill>
                  <a:srgbClr val="445066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une</a:t>
            </a:r>
            <a:r>
              <a:rPr dirty="0" sz="1400" lang="en-US" smtClean="0">
                <a:solidFill>
                  <a:srgbClr val="445066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 cr</a:t>
            </a:r>
            <a:r>
              <a:rPr dirty="0" sz="1400" lang="fr-FR" smtClean="0">
                <a:solidFill>
                  <a:srgbClr val="445066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éation </a:t>
            </a:r>
            <a:r>
              <a:rPr dirty="0" sz="1400" lang="en-US" err="1" smtClean="0">
                <a:solidFill>
                  <a:srgbClr val="445066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poétique</a:t>
            </a:r>
            <a:r>
              <a:rPr dirty="0" sz="1400" lang="en-US" smtClean="0">
                <a:solidFill>
                  <a:srgbClr val="445066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 </a:t>
            </a:r>
            <a:r>
              <a:rPr dirty="0" sz="1400" lang="en-US" err="1" smtClean="0">
                <a:solidFill>
                  <a:srgbClr val="445066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autour</a:t>
            </a:r>
            <a:r>
              <a:rPr dirty="0" sz="1400" lang="en-US" smtClean="0">
                <a:solidFill>
                  <a:srgbClr val="445066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 </a:t>
            </a:r>
            <a:r>
              <a:rPr dirty="0" sz="1400" lang="en-US" err="1" smtClean="0">
                <a:solidFill>
                  <a:srgbClr val="445066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d’une</a:t>
            </a:r>
            <a:r>
              <a:rPr dirty="0" sz="1400" lang="en-US" smtClean="0">
                <a:solidFill>
                  <a:srgbClr val="445066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 </a:t>
            </a:r>
            <a:r>
              <a:rPr dirty="0" sz="1400" lang="en-US" err="1" smtClean="0">
                <a:solidFill>
                  <a:srgbClr val="445066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thématique</a:t>
            </a:r>
            <a:r>
              <a:rPr dirty="0" sz="1400" lang="en-US" smtClean="0">
                <a:solidFill>
                  <a:srgbClr val="445066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 de </a:t>
            </a:r>
            <a:r>
              <a:rPr dirty="0" sz="1400" lang="en-US" err="1" smtClean="0">
                <a:solidFill>
                  <a:srgbClr val="445066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leur</a:t>
            </a:r>
            <a:r>
              <a:rPr dirty="0" sz="1400" lang="en-US" smtClean="0">
                <a:solidFill>
                  <a:srgbClr val="445066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 </a:t>
            </a:r>
            <a:r>
              <a:rPr dirty="0" sz="1400" lang="en-US" err="1" smtClean="0">
                <a:solidFill>
                  <a:srgbClr val="445066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choix</a:t>
            </a:r>
            <a:r>
              <a:rPr dirty="0" sz="1400" lang="en-US" smtClean="0">
                <a:solidFill>
                  <a:srgbClr val="445066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. </a:t>
            </a:r>
            <a:r>
              <a:rPr dirty="0" sz="1400" lang="en-US" err="1" smtClean="0">
                <a:solidFill>
                  <a:srgbClr val="445066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Une</a:t>
            </a:r>
            <a:r>
              <a:rPr dirty="0" sz="1400" lang="en-US" smtClean="0">
                <a:solidFill>
                  <a:srgbClr val="445066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 </a:t>
            </a:r>
            <a:r>
              <a:rPr dirty="0" sz="1400" lang="en-US" err="1" smtClean="0">
                <a:solidFill>
                  <a:srgbClr val="445066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trentaine</a:t>
            </a:r>
            <a:r>
              <a:rPr dirty="0" sz="1400" lang="en-US" smtClean="0">
                <a:solidFill>
                  <a:srgbClr val="445066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 de </a:t>
            </a:r>
            <a:r>
              <a:rPr dirty="0" sz="1400" lang="en-US" err="1" smtClean="0">
                <a:solidFill>
                  <a:srgbClr val="445066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candidat</a:t>
            </a:r>
            <a:r>
              <a:rPr altLang="fr-FR" dirty="0" sz="1400" lang="en-US" err="1" smtClean="0">
                <a:solidFill>
                  <a:srgbClr val="445066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s</a:t>
            </a:r>
            <a:r>
              <a:rPr dirty="0" sz="1400" lang="en-US" smtClean="0">
                <a:solidFill>
                  <a:srgbClr val="445066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 </a:t>
            </a:r>
            <a:r>
              <a:rPr dirty="0" sz="1400" lang="en-US" err="1" smtClean="0">
                <a:solidFill>
                  <a:srgbClr val="445066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seront</a:t>
            </a:r>
            <a:r>
              <a:rPr dirty="0" sz="1400" lang="en-US" smtClean="0">
                <a:solidFill>
                  <a:srgbClr val="445066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 </a:t>
            </a:r>
            <a:r>
              <a:rPr dirty="0" sz="1400" lang="en-US" err="1" smtClean="0">
                <a:solidFill>
                  <a:srgbClr val="445066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retenus</a:t>
            </a:r>
            <a:r>
              <a:rPr dirty="0" sz="1400" lang="en-US" smtClean="0">
                <a:solidFill>
                  <a:srgbClr val="445066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 pour la suite. </a:t>
            </a:r>
            <a:endParaRPr dirty="0" sz="1400" lang="en-US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048763" name="Shape 9"/>
          <p:cNvSpPr/>
          <p:nvPr/>
        </p:nvSpPr>
        <p:spPr>
          <a:xfrm>
            <a:off x="3348990" y="3017520"/>
            <a:ext cx="2594610" cy="3520440"/>
          </a:xfrm>
          <a:prstGeom prst="roundRect">
            <a:avLst>
              <a:gd name="adj" fmla="val 2819"/>
            </a:avLst>
          </a:prstGeom>
          <a:solidFill>
            <a:srgbClr val="F3F6FC"/>
          </a:solidFill>
        </p:spPr>
      </p:sp>
      <p:sp>
        <p:nvSpPr>
          <p:cNvPr id="1048764" name="Shape 10"/>
          <p:cNvSpPr/>
          <p:nvPr/>
        </p:nvSpPr>
        <p:spPr>
          <a:xfrm>
            <a:off x="4349115" y="2514600"/>
            <a:ext cx="640080" cy="640080"/>
          </a:xfrm>
          <a:prstGeom prst="ellipse"/>
          <a:solidFill>
            <a:srgbClr val="0A1F3D"/>
          </a:solidFill>
        </p:spPr>
      </p:sp>
      <p:sp>
        <p:nvSpPr>
          <p:cNvPr id="1048765" name="Text 11"/>
          <p:cNvSpPr txBox="1"/>
          <p:nvPr/>
        </p:nvSpPr>
        <p:spPr>
          <a:xfrm>
            <a:off x="4349115" y="2514600"/>
            <a:ext cx="640080" cy="640080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b="1" dirty="0" sz="2200" lang="en-US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dirty="0" sz="2200" lang="en-US"/>
          </a:p>
        </p:txBody>
      </p:sp>
      <p:sp>
        <p:nvSpPr>
          <p:cNvPr id="1048766" name="Text 12"/>
          <p:cNvSpPr txBox="1"/>
          <p:nvPr/>
        </p:nvSpPr>
        <p:spPr>
          <a:xfrm>
            <a:off x="3509010" y="3291840"/>
            <a:ext cx="2320290" cy="457200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b="1" dirty="0" sz="1500" lang="en-US">
                <a:solidFill>
                  <a:srgbClr val="0A1F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Quart de finale</a:t>
            </a:r>
            <a:endParaRPr dirty="0" sz="1500" lang="en-US"/>
          </a:p>
        </p:txBody>
      </p:sp>
      <p:sp>
        <p:nvSpPr>
          <p:cNvPr id="1048767" name="Text 13"/>
          <p:cNvSpPr txBox="1"/>
          <p:nvPr/>
        </p:nvSpPr>
        <p:spPr>
          <a:xfrm>
            <a:off x="3554730" y="3653102"/>
            <a:ext cx="2228850" cy="2613227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lnSpc>
                <a:spcPct val="115000"/>
              </a:lnSpc>
              <a:buNone/>
            </a:pPr>
            <a:r>
              <a:rPr dirty="0" sz="1400" lang="en-US" smtClean="0">
                <a:solidFill>
                  <a:srgbClr val="445066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Les </a:t>
            </a:r>
            <a:r>
              <a:rPr dirty="0" sz="1400" lang="en-US" err="1" smtClean="0">
                <a:solidFill>
                  <a:srgbClr val="445066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candidats</a:t>
            </a:r>
            <a:r>
              <a:rPr dirty="0" sz="1400" lang="en-US" smtClean="0">
                <a:solidFill>
                  <a:srgbClr val="445066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 </a:t>
            </a:r>
            <a:r>
              <a:rPr dirty="0" sz="1400" lang="en-US" err="1" smtClean="0">
                <a:solidFill>
                  <a:srgbClr val="445066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passeront</a:t>
            </a:r>
            <a:r>
              <a:rPr dirty="0" sz="1400" lang="en-US" smtClean="0">
                <a:solidFill>
                  <a:srgbClr val="445066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 </a:t>
            </a:r>
            <a:r>
              <a:rPr dirty="0" sz="1400" lang="en-US" err="1" smtClean="0">
                <a:solidFill>
                  <a:srgbClr val="445066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en</a:t>
            </a:r>
            <a:r>
              <a:rPr dirty="0" sz="1400" lang="en-US" smtClean="0">
                <a:solidFill>
                  <a:srgbClr val="445066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 </a:t>
            </a:r>
            <a:r>
              <a:rPr dirty="0" sz="1400" lang="en-US" err="1" smtClean="0">
                <a:solidFill>
                  <a:srgbClr val="445066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présentiel</a:t>
            </a:r>
            <a:r>
              <a:rPr dirty="0" sz="1400" lang="en-US" smtClean="0">
                <a:solidFill>
                  <a:srgbClr val="445066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 </a:t>
            </a:r>
            <a:r>
              <a:rPr dirty="0" sz="1400" lang="en-US" err="1" smtClean="0">
                <a:solidFill>
                  <a:srgbClr val="445066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durant</a:t>
            </a:r>
            <a:r>
              <a:rPr dirty="0" sz="1400" lang="en-US" smtClean="0">
                <a:solidFill>
                  <a:srgbClr val="445066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 3 minutes </a:t>
            </a:r>
            <a:r>
              <a:rPr dirty="0" sz="1400" lang="en-US" err="1" smtClean="0">
                <a:solidFill>
                  <a:srgbClr val="445066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devant</a:t>
            </a:r>
            <a:r>
              <a:rPr dirty="0" sz="1400" lang="en-US" smtClean="0">
                <a:solidFill>
                  <a:srgbClr val="445066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 un jury pour pr</a:t>
            </a:r>
            <a:r>
              <a:rPr dirty="0" sz="1400" lang="fr-FR" smtClean="0">
                <a:solidFill>
                  <a:srgbClr val="445066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ésenter </a:t>
            </a:r>
            <a:r>
              <a:rPr dirty="0" sz="1400" lang="en-US" smtClean="0">
                <a:solidFill>
                  <a:srgbClr val="445066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un </a:t>
            </a:r>
            <a:r>
              <a:rPr dirty="0" sz="1400" lang="en-US" err="1" smtClean="0">
                <a:solidFill>
                  <a:srgbClr val="445066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po</a:t>
            </a:r>
            <a:r>
              <a:rPr dirty="0" sz="1400" lang="fr-FR" err="1" smtClean="0">
                <a:solidFill>
                  <a:srgbClr val="445066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ème </a:t>
            </a:r>
            <a:r>
              <a:rPr dirty="0" sz="1400" lang="en-US" err="1" smtClean="0">
                <a:solidFill>
                  <a:srgbClr val="445066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basé</a:t>
            </a:r>
            <a:r>
              <a:rPr dirty="0" sz="1400" lang="en-US" smtClean="0">
                <a:solidFill>
                  <a:srgbClr val="445066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 sur </a:t>
            </a:r>
            <a:r>
              <a:rPr dirty="0" sz="1400" lang="en-US" err="1" smtClean="0">
                <a:solidFill>
                  <a:srgbClr val="445066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une</a:t>
            </a:r>
            <a:r>
              <a:rPr dirty="0" sz="1400" lang="en-US" smtClean="0">
                <a:solidFill>
                  <a:srgbClr val="445066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 </a:t>
            </a:r>
            <a:r>
              <a:rPr dirty="0" sz="1400" lang="en-US" err="1" smtClean="0">
                <a:solidFill>
                  <a:srgbClr val="445066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thématique</a:t>
            </a:r>
            <a:r>
              <a:rPr dirty="0" sz="1400" lang="en-US" smtClean="0">
                <a:solidFill>
                  <a:srgbClr val="445066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 impos</a:t>
            </a:r>
            <a:r>
              <a:rPr dirty="0" sz="1400" lang="fr-FR" smtClean="0">
                <a:solidFill>
                  <a:srgbClr val="445066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é</a:t>
            </a:r>
            <a:r>
              <a:rPr altLang="fr-FR" dirty="0" sz="1400" lang="en-US" smtClean="0">
                <a:solidFill>
                  <a:srgbClr val="445066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e</a:t>
            </a:r>
            <a:r>
              <a:rPr dirty="0" sz="1400" lang="en-US" smtClean="0">
                <a:solidFill>
                  <a:srgbClr val="445066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. </a:t>
            </a:r>
            <a:endParaRPr altLang="en-US" lang="zh-CN"/>
          </a:p>
          <a:p>
            <a:pPr algn="ctr">
              <a:lnSpc>
                <a:spcPct val="115000"/>
              </a:lnSpc>
            </a:pPr>
            <a:r>
              <a:rPr dirty="0" sz="1400" lang="en-US" smtClean="0">
                <a:solidFill>
                  <a:srgbClr val="445066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Les votes du </a:t>
            </a:r>
            <a:r>
              <a:rPr dirty="0" sz="1400" lang="en-US" err="1" smtClean="0">
                <a:solidFill>
                  <a:srgbClr val="445066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pub</a:t>
            </a:r>
            <a:r>
              <a:rPr altLang="fr-FR" dirty="0" sz="1400" lang="en-US" err="1" smtClean="0">
                <a:solidFill>
                  <a:srgbClr val="445066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l</a:t>
            </a:r>
            <a:r>
              <a:rPr dirty="0" sz="1400" lang="en-US" err="1" smtClean="0">
                <a:solidFill>
                  <a:srgbClr val="445066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i</a:t>
            </a:r>
            <a:r>
              <a:rPr altLang="fr-FR" dirty="0" sz="1400" lang="en-US" err="1" smtClean="0">
                <a:solidFill>
                  <a:srgbClr val="445066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c</a:t>
            </a:r>
            <a:r>
              <a:rPr altLang="fr-FR" dirty="0" sz="1400" lang="en-US" err="1" smtClean="0">
                <a:solidFill>
                  <a:srgbClr val="445066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 </a:t>
            </a:r>
            <a:r>
              <a:rPr dirty="0" sz="1400" lang="en-US" err="1" smtClean="0">
                <a:solidFill>
                  <a:srgbClr val="445066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seront</a:t>
            </a:r>
            <a:r>
              <a:rPr dirty="0" sz="1400" lang="en-US" smtClean="0">
                <a:solidFill>
                  <a:srgbClr val="445066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 </a:t>
            </a:r>
            <a:r>
              <a:rPr dirty="0" sz="1400" lang="en-US" err="1" smtClean="0">
                <a:solidFill>
                  <a:srgbClr val="445066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pris</a:t>
            </a:r>
            <a:r>
              <a:rPr dirty="0" sz="1400" lang="en-US" smtClean="0">
                <a:solidFill>
                  <a:srgbClr val="445066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 </a:t>
            </a:r>
            <a:r>
              <a:rPr dirty="0" sz="1400" lang="en-US" err="1" smtClean="0">
                <a:solidFill>
                  <a:srgbClr val="445066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en</a:t>
            </a:r>
            <a:r>
              <a:rPr dirty="0" sz="1400" lang="en-US" smtClean="0">
                <a:solidFill>
                  <a:srgbClr val="445066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 </a:t>
            </a:r>
            <a:r>
              <a:rPr dirty="0" sz="1400" lang="en-US" err="1" smtClean="0">
                <a:solidFill>
                  <a:srgbClr val="445066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compte</a:t>
            </a:r>
            <a:r>
              <a:rPr dirty="0" sz="1400" lang="en-US" smtClean="0">
                <a:solidFill>
                  <a:srgbClr val="445066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 </a:t>
            </a:r>
            <a:r>
              <a:rPr dirty="0" sz="1400" lang="en-US" err="1" smtClean="0">
                <a:solidFill>
                  <a:srgbClr val="445066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dès</a:t>
            </a:r>
            <a:r>
              <a:rPr dirty="0" sz="1400" lang="en-US" smtClean="0">
                <a:solidFill>
                  <a:srgbClr val="445066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 </a:t>
            </a:r>
            <a:r>
              <a:rPr dirty="0" sz="1400" lang="en-US" err="1" smtClean="0">
                <a:solidFill>
                  <a:srgbClr val="445066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cette</a:t>
            </a:r>
            <a:r>
              <a:rPr dirty="0" sz="1400" lang="en-US" smtClean="0">
                <a:solidFill>
                  <a:srgbClr val="445066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 </a:t>
            </a:r>
            <a:r>
              <a:rPr dirty="0" sz="1400" lang="en-US" err="1" smtClean="0">
                <a:solidFill>
                  <a:srgbClr val="445066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étape</a:t>
            </a:r>
            <a:r>
              <a:rPr dirty="0" sz="1400" lang="en-US" smtClean="0">
                <a:solidFill>
                  <a:srgbClr val="445066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. La </a:t>
            </a:r>
            <a:r>
              <a:rPr dirty="0" sz="1400" lang="en-US" err="1" smtClean="0">
                <a:solidFill>
                  <a:srgbClr val="445066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moi</a:t>
            </a:r>
            <a:r>
              <a:rPr altLang="fr-FR" dirty="0" sz="1400" lang="en-US" err="1" smtClean="0">
                <a:solidFill>
                  <a:srgbClr val="445066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t</a:t>
            </a:r>
            <a:r>
              <a:rPr altLang="fr-FR" dirty="0" sz="1400" lang="en-US" err="1" smtClean="0">
                <a:solidFill>
                  <a:srgbClr val="445066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i</a:t>
            </a:r>
            <a:r>
              <a:rPr altLang="fr-FR" dirty="0" sz="1400" lang="fr-FR" err="1" smtClean="0">
                <a:solidFill>
                  <a:srgbClr val="445066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é</a:t>
            </a:r>
            <a:r>
              <a:rPr altLang="fr-FR" dirty="0" sz="1400" lang="en-US" err="1" smtClean="0">
                <a:solidFill>
                  <a:srgbClr val="445066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 </a:t>
            </a:r>
            <a:r>
              <a:rPr altLang="fr-FR" dirty="0" sz="1400" lang="en-US" err="1" smtClean="0">
                <a:solidFill>
                  <a:srgbClr val="445066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de</a:t>
            </a:r>
            <a:r>
              <a:rPr altLang="fr-FR" dirty="0" sz="1400" lang="en-US" err="1" smtClean="0">
                <a:solidFill>
                  <a:srgbClr val="445066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s</a:t>
            </a:r>
            <a:r>
              <a:rPr altLang="fr-FR" dirty="0" sz="1400" lang="en-US" err="1" smtClean="0">
                <a:solidFill>
                  <a:srgbClr val="445066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 </a:t>
            </a:r>
            <a:r>
              <a:rPr altLang="fr-FR" dirty="0" sz="1400" lang="en-US" err="1" smtClean="0">
                <a:solidFill>
                  <a:srgbClr val="445066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c</a:t>
            </a:r>
            <a:r>
              <a:rPr altLang="fr-FR" dirty="0" sz="1400" lang="en-US" err="1" smtClean="0">
                <a:solidFill>
                  <a:srgbClr val="445066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a</a:t>
            </a:r>
            <a:r>
              <a:rPr dirty="0" sz="1400" lang="en-US" err="1" smtClean="0">
                <a:solidFill>
                  <a:srgbClr val="445066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ndidats</a:t>
            </a:r>
            <a:r>
              <a:rPr dirty="0" sz="1400" lang="en-US" smtClean="0">
                <a:solidFill>
                  <a:srgbClr val="445066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 </a:t>
            </a:r>
            <a:r>
              <a:rPr dirty="0" sz="1400" lang="en-US" err="1" smtClean="0">
                <a:solidFill>
                  <a:srgbClr val="445066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pourra</a:t>
            </a:r>
            <a:r>
              <a:rPr dirty="0" sz="1400" lang="en-US" smtClean="0">
                <a:solidFill>
                  <a:srgbClr val="445066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 continuer la comp</a:t>
            </a:r>
            <a:r>
              <a:rPr dirty="0" sz="1400" lang="fr-FR" smtClean="0">
                <a:solidFill>
                  <a:srgbClr val="445066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é</a:t>
            </a:r>
            <a:r>
              <a:rPr dirty="0" sz="1400" lang="en-US" smtClean="0">
                <a:solidFill>
                  <a:srgbClr val="445066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tition.</a:t>
            </a:r>
            <a:endParaRPr dirty="0" sz="1400" lang="en-US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048768" name="Shape 14"/>
          <p:cNvSpPr/>
          <p:nvPr/>
        </p:nvSpPr>
        <p:spPr>
          <a:xfrm>
            <a:off x="6156062" y="3017520"/>
            <a:ext cx="2594610" cy="3017520"/>
          </a:xfrm>
          <a:prstGeom prst="roundRect">
            <a:avLst>
              <a:gd name="adj" fmla="val 2819"/>
            </a:avLst>
          </a:prstGeom>
          <a:solidFill>
            <a:srgbClr val="F3F6FC"/>
          </a:solidFill>
        </p:spPr>
      </p:sp>
      <p:sp>
        <p:nvSpPr>
          <p:cNvPr id="1048769" name="Shape 15"/>
          <p:cNvSpPr/>
          <p:nvPr/>
        </p:nvSpPr>
        <p:spPr>
          <a:xfrm>
            <a:off x="7172325" y="2514600"/>
            <a:ext cx="640080" cy="640080"/>
          </a:xfrm>
          <a:prstGeom prst="ellipse"/>
          <a:solidFill>
            <a:srgbClr val="0A1F3D"/>
          </a:solidFill>
        </p:spPr>
      </p:sp>
      <p:sp>
        <p:nvSpPr>
          <p:cNvPr id="1048770" name="Text 16"/>
          <p:cNvSpPr txBox="1"/>
          <p:nvPr/>
        </p:nvSpPr>
        <p:spPr>
          <a:xfrm>
            <a:off x="7172325" y="2514600"/>
            <a:ext cx="640080" cy="640080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b="1" dirty="0" sz="2200" lang="en-US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dirty="0" sz="2200" lang="en-US"/>
          </a:p>
        </p:txBody>
      </p:sp>
      <p:sp>
        <p:nvSpPr>
          <p:cNvPr id="1048771" name="Text 17"/>
          <p:cNvSpPr txBox="1"/>
          <p:nvPr/>
        </p:nvSpPr>
        <p:spPr>
          <a:xfrm>
            <a:off x="6332220" y="3291840"/>
            <a:ext cx="2320290" cy="457200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b="1" dirty="0" sz="1500" lang="en-US">
                <a:solidFill>
                  <a:srgbClr val="0A1F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Demi-finale</a:t>
            </a:r>
            <a:endParaRPr dirty="0" sz="1500" lang="en-US"/>
          </a:p>
        </p:txBody>
      </p:sp>
      <p:sp>
        <p:nvSpPr>
          <p:cNvPr id="1048772" name="Text 18"/>
          <p:cNvSpPr txBox="1"/>
          <p:nvPr/>
        </p:nvSpPr>
        <p:spPr>
          <a:xfrm>
            <a:off x="6377940" y="3794760"/>
            <a:ext cx="2228850" cy="695916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lnSpc>
                <a:spcPct val="115000"/>
              </a:lnSpc>
              <a:buNone/>
            </a:pPr>
            <a:r>
              <a:rPr dirty="0" sz="1400" lang="en-US" smtClean="0">
                <a:solidFill>
                  <a:srgbClr val="445066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Le </a:t>
            </a:r>
            <a:r>
              <a:rPr dirty="0" sz="1400" lang="en-US" err="1" smtClean="0">
                <a:solidFill>
                  <a:srgbClr val="445066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niveau</a:t>
            </a:r>
            <a:r>
              <a:rPr dirty="0" sz="1400" lang="en-US" smtClean="0">
                <a:solidFill>
                  <a:srgbClr val="445066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 </a:t>
            </a:r>
            <a:r>
              <a:rPr dirty="0" sz="1400" lang="en-US" err="1" smtClean="0">
                <a:solidFill>
                  <a:srgbClr val="445066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d’exigence</a:t>
            </a:r>
            <a:r>
              <a:rPr dirty="0" sz="1400" lang="en-US" smtClean="0">
                <a:solidFill>
                  <a:srgbClr val="445066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 sera plus </a:t>
            </a:r>
            <a:r>
              <a:rPr dirty="0" sz="1400" lang="en-US" err="1" smtClean="0">
                <a:solidFill>
                  <a:srgbClr val="445066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élevé</a:t>
            </a:r>
            <a:r>
              <a:rPr dirty="0" sz="1400" lang="en-US">
                <a:solidFill>
                  <a:srgbClr val="445066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 </a:t>
            </a:r>
            <a:r>
              <a:rPr dirty="0" sz="1400" lang="en-US" smtClean="0">
                <a:solidFill>
                  <a:srgbClr val="445066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et </a:t>
            </a:r>
            <a:r>
              <a:rPr dirty="0" sz="1400" lang="en-US" err="1" smtClean="0">
                <a:solidFill>
                  <a:srgbClr val="445066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seulement</a:t>
            </a:r>
            <a:r>
              <a:rPr dirty="0" sz="1400" lang="en-US" smtClean="0">
                <a:solidFill>
                  <a:srgbClr val="445066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 </a:t>
            </a:r>
            <a:r>
              <a:rPr dirty="0" sz="1400" lang="en-US" err="1" smtClean="0">
                <a:solidFill>
                  <a:srgbClr val="445066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huit</a:t>
            </a:r>
            <a:r>
              <a:rPr dirty="0" sz="1400" lang="en-US" smtClean="0">
                <a:solidFill>
                  <a:srgbClr val="445066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 </a:t>
            </a:r>
            <a:r>
              <a:rPr dirty="0" sz="1400" lang="en-US" err="1" smtClean="0">
                <a:solidFill>
                  <a:srgbClr val="445066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candidats</a:t>
            </a:r>
            <a:r>
              <a:rPr dirty="0" sz="1400" lang="en-US" smtClean="0">
                <a:solidFill>
                  <a:srgbClr val="445066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 </a:t>
            </a:r>
            <a:r>
              <a:rPr dirty="0" sz="1400" lang="en-US" err="1" smtClean="0">
                <a:solidFill>
                  <a:srgbClr val="445066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pourront</a:t>
            </a:r>
            <a:r>
              <a:rPr dirty="0" sz="1400" lang="en-US" smtClean="0">
                <a:solidFill>
                  <a:srgbClr val="445066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 arriver </a:t>
            </a:r>
            <a:r>
              <a:rPr dirty="0" sz="1400" lang="en-US" err="1" smtClean="0">
                <a:solidFill>
                  <a:srgbClr val="445066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en</a:t>
            </a:r>
            <a:r>
              <a:rPr dirty="0" sz="1400" lang="en-US" smtClean="0">
                <a:solidFill>
                  <a:srgbClr val="445066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 final. </a:t>
            </a:r>
            <a:endParaRPr dirty="0" sz="1400" lang="en-US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048773" name="Shape 19"/>
          <p:cNvSpPr/>
          <p:nvPr/>
        </p:nvSpPr>
        <p:spPr>
          <a:xfrm>
            <a:off x="8963134" y="3017520"/>
            <a:ext cx="2594610" cy="3520440"/>
          </a:xfrm>
          <a:prstGeom prst="roundRect">
            <a:avLst>
              <a:gd name="adj" fmla="val 2819"/>
            </a:avLst>
          </a:prstGeom>
          <a:solidFill>
            <a:srgbClr val="1D4582"/>
          </a:solidFill>
        </p:spPr>
      </p:sp>
      <p:sp>
        <p:nvSpPr>
          <p:cNvPr id="1048774" name="Shape 20"/>
          <p:cNvSpPr/>
          <p:nvPr/>
        </p:nvSpPr>
        <p:spPr>
          <a:xfrm>
            <a:off x="9995535" y="2514600"/>
            <a:ext cx="640080" cy="640080"/>
          </a:xfrm>
          <a:prstGeom prst="ellipse"/>
          <a:solidFill>
            <a:srgbClr val="FFFFFF"/>
          </a:solidFill>
        </p:spPr>
      </p:sp>
      <p:sp>
        <p:nvSpPr>
          <p:cNvPr id="1048775" name="Text 21"/>
          <p:cNvSpPr txBox="1"/>
          <p:nvPr/>
        </p:nvSpPr>
        <p:spPr>
          <a:xfrm>
            <a:off x="9995535" y="2514600"/>
            <a:ext cx="640080" cy="640080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b="1" dirty="0" sz="2200" lang="en-US">
                <a:solidFill>
                  <a:srgbClr val="1D45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dirty="0" sz="2200" lang="en-US"/>
          </a:p>
        </p:txBody>
      </p:sp>
      <p:sp>
        <p:nvSpPr>
          <p:cNvPr id="1048776" name="Text 22"/>
          <p:cNvSpPr txBox="1"/>
          <p:nvPr/>
        </p:nvSpPr>
        <p:spPr>
          <a:xfrm>
            <a:off x="9155430" y="3291840"/>
            <a:ext cx="2320290" cy="457200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b="1" dirty="0" sz="1500" lang="en-US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Finale</a:t>
            </a:r>
            <a:endParaRPr dirty="0" sz="1500" lang="en-US"/>
          </a:p>
        </p:txBody>
      </p:sp>
      <p:sp>
        <p:nvSpPr>
          <p:cNvPr id="1048777" name="Text 23"/>
          <p:cNvSpPr txBox="1"/>
          <p:nvPr/>
        </p:nvSpPr>
        <p:spPr>
          <a:xfrm>
            <a:off x="9201150" y="3749040"/>
            <a:ext cx="2228850" cy="1965960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lnSpc>
                <a:spcPct val="115000"/>
              </a:lnSpc>
              <a:buNone/>
            </a:pPr>
            <a:r>
              <a:rPr dirty="0" sz="1400" lang="en-US" err="1" smtClean="0">
                <a:solidFill>
                  <a:srgbClr val="E9F0FC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Ici</a:t>
            </a:r>
            <a:r>
              <a:rPr dirty="0" sz="1400" lang="en-US" smtClean="0">
                <a:solidFill>
                  <a:srgbClr val="E9F0FC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, pas le droit à </a:t>
            </a:r>
            <a:r>
              <a:rPr dirty="0" sz="1400" lang="en-US" err="1" smtClean="0">
                <a:solidFill>
                  <a:srgbClr val="E9F0FC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l’erreur</a:t>
            </a:r>
            <a:r>
              <a:rPr dirty="0" sz="1400" lang="en-US" smtClean="0">
                <a:solidFill>
                  <a:srgbClr val="E9F0FC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. Les </a:t>
            </a:r>
            <a:r>
              <a:rPr dirty="0" sz="1400" lang="en-US" err="1" smtClean="0">
                <a:solidFill>
                  <a:srgbClr val="E9F0FC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candidats</a:t>
            </a:r>
            <a:r>
              <a:rPr dirty="0" sz="1400" lang="en-US" smtClean="0">
                <a:solidFill>
                  <a:srgbClr val="E9F0FC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 </a:t>
            </a:r>
            <a:r>
              <a:rPr dirty="0" sz="1400" lang="en-US" err="1" smtClean="0">
                <a:solidFill>
                  <a:srgbClr val="E9F0FC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devront</a:t>
            </a:r>
            <a:r>
              <a:rPr dirty="0" sz="1400" lang="en-US" smtClean="0">
                <a:solidFill>
                  <a:srgbClr val="E9F0FC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 </a:t>
            </a:r>
            <a:r>
              <a:rPr dirty="0" sz="1400" lang="en-US" err="1" smtClean="0">
                <a:solidFill>
                  <a:srgbClr val="E9F0FC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mettre</a:t>
            </a:r>
            <a:r>
              <a:rPr dirty="0" sz="1400" lang="en-US" smtClean="0">
                <a:solidFill>
                  <a:srgbClr val="E9F0FC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 </a:t>
            </a:r>
            <a:r>
              <a:rPr dirty="0" sz="1400" lang="en-US" err="1" smtClean="0">
                <a:solidFill>
                  <a:srgbClr val="E9F0FC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tous</a:t>
            </a:r>
            <a:r>
              <a:rPr dirty="0" sz="1400" lang="en-US" smtClean="0">
                <a:solidFill>
                  <a:srgbClr val="E9F0FC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 les </a:t>
            </a:r>
            <a:r>
              <a:rPr dirty="0" sz="1400" lang="en-US" err="1" smtClean="0">
                <a:solidFill>
                  <a:srgbClr val="E9F0FC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atouts</a:t>
            </a:r>
            <a:r>
              <a:rPr dirty="0" sz="1400" lang="en-US" smtClean="0">
                <a:solidFill>
                  <a:srgbClr val="E9F0FC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 de </a:t>
            </a:r>
            <a:r>
              <a:rPr dirty="0" sz="1400" lang="en-US" err="1" smtClean="0">
                <a:solidFill>
                  <a:srgbClr val="E9F0FC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leur</a:t>
            </a:r>
            <a:r>
              <a:rPr dirty="0" sz="1400" lang="en-US" smtClean="0">
                <a:solidFill>
                  <a:srgbClr val="E9F0FC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 </a:t>
            </a:r>
            <a:r>
              <a:rPr dirty="0" sz="1400" lang="en-US" err="1" smtClean="0">
                <a:solidFill>
                  <a:srgbClr val="E9F0FC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côté</a:t>
            </a:r>
            <a:r>
              <a:rPr dirty="0" sz="1400" lang="en-US" smtClean="0">
                <a:solidFill>
                  <a:srgbClr val="E9F0FC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 pour </a:t>
            </a:r>
            <a:r>
              <a:rPr dirty="0" sz="1400" lang="en-US" err="1" smtClean="0">
                <a:solidFill>
                  <a:srgbClr val="E9F0FC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finir</a:t>
            </a:r>
            <a:r>
              <a:rPr dirty="0" sz="1400" lang="en-US" smtClean="0">
                <a:solidFill>
                  <a:srgbClr val="E9F0FC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 </a:t>
            </a:r>
            <a:r>
              <a:rPr dirty="0" sz="1400" lang="en-US" err="1" smtClean="0">
                <a:solidFill>
                  <a:srgbClr val="E9F0FC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parmi</a:t>
            </a:r>
            <a:r>
              <a:rPr dirty="0" sz="1400" lang="en-US" smtClean="0">
                <a:solidFill>
                  <a:srgbClr val="E9F0FC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 les </a:t>
            </a:r>
            <a:r>
              <a:rPr dirty="0" sz="1400" lang="en-US" err="1" smtClean="0">
                <a:solidFill>
                  <a:srgbClr val="E9F0FC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trois</a:t>
            </a:r>
            <a:r>
              <a:rPr dirty="0" sz="1400" lang="en-US" smtClean="0">
                <a:solidFill>
                  <a:srgbClr val="E9F0FC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 </a:t>
            </a:r>
            <a:r>
              <a:rPr dirty="0" sz="1400" lang="en-US" err="1" smtClean="0">
                <a:solidFill>
                  <a:srgbClr val="E9F0FC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meilleurs</a:t>
            </a:r>
            <a:r>
              <a:rPr dirty="0" sz="1400" lang="en-US" smtClean="0">
                <a:solidFill>
                  <a:srgbClr val="E9F0FC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 sur le podium.</a:t>
            </a:r>
            <a:r>
              <a:rPr dirty="0" sz="1050" lang="en-US" smtClean="0">
                <a:solidFill>
                  <a:srgbClr val="E9F0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dirty="0" sz="1050"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4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78" name="Text 2"/>
          <p:cNvSpPr txBox="1"/>
          <p:nvPr/>
        </p:nvSpPr>
        <p:spPr>
          <a:xfrm>
            <a:off x="437998" y="1285862"/>
            <a:ext cx="10972800" cy="64008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b="1" dirty="0" sz="3000" lang="en-US">
                <a:solidFill>
                  <a:srgbClr val="0020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Une évaluation à trois piliers</a:t>
            </a:r>
            <a:endParaRPr dirty="0" sz="3000" lang="en-US">
              <a:solidFill>
                <a:srgbClr val="002060"/>
              </a:solidFill>
            </a:endParaRPr>
          </a:p>
        </p:txBody>
      </p:sp>
      <p:sp>
        <p:nvSpPr>
          <p:cNvPr id="1048779" name="Text 3"/>
          <p:cNvSpPr txBox="1"/>
          <p:nvPr/>
        </p:nvSpPr>
        <p:spPr>
          <a:xfrm>
            <a:off x="437998" y="1957568"/>
            <a:ext cx="10972800" cy="50292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dirty="0" sz="1400" lang="en-US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note distingue la qualité de la plume, la maîtrise oratoire et l'impact de la </a:t>
            </a:r>
            <a:r>
              <a:rPr dirty="0" sz="1400" lang="en-US" err="1" smtClean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prestation</a:t>
            </a:r>
            <a:r>
              <a:rPr dirty="0" sz="1400" lang="en-US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</a:t>
            </a:r>
            <a:r>
              <a:rPr dirty="0" sz="1400" lang="en-US" smtClean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dirty="0" sz="1400" lang="en-US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méthode réfléchie plutôt qu'une note globale.</a:t>
            </a:r>
            <a:endParaRPr dirty="0" sz="1400" lang="en-US">
              <a:solidFill>
                <a:srgbClr val="002060"/>
              </a:solidFill>
            </a:endParaRPr>
          </a:p>
        </p:txBody>
      </p:sp>
      <p:sp>
        <p:nvSpPr>
          <p:cNvPr id="1048780" name="Shape 4"/>
          <p:cNvSpPr/>
          <p:nvPr/>
        </p:nvSpPr>
        <p:spPr>
          <a:xfrm>
            <a:off x="492671" y="3236976"/>
            <a:ext cx="3520440" cy="3291840"/>
          </a:xfrm>
          <a:prstGeom prst="roundRect">
            <a:avLst>
              <a:gd name="adj" fmla="val 2778"/>
            </a:avLst>
          </a:prstGeom>
          <a:solidFill>
            <a:srgbClr val="0F2A52"/>
          </a:solidFill>
          <a:effectLst>
            <a:outerShdw algn="bl" blurRad="101600" dir="5400000" dist="38100" rotWithShape="0">
              <a:srgbClr val="000000">
                <a:alpha val="30000"/>
              </a:srgbClr>
            </a:outerShdw>
          </a:effectLst>
        </p:spPr>
      </p:sp>
      <p:sp>
        <p:nvSpPr>
          <p:cNvPr id="1048781" name="Shape 5"/>
          <p:cNvSpPr/>
          <p:nvPr/>
        </p:nvSpPr>
        <p:spPr>
          <a:xfrm>
            <a:off x="1798168" y="2606040"/>
            <a:ext cx="914400" cy="914400"/>
          </a:xfrm>
          <a:prstGeom prst="ellipse"/>
          <a:solidFill>
            <a:srgbClr val="1D4582"/>
          </a:solidFill>
        </p:spPr>
      </p:sp>
      <p:sp>
        <p:nvSpPr>
          <p:cNvPr id="1048782" name="Text 6"/>
          <p:cNvSpPr txBox="1"/>
          <p:nvPr/>
        </p:nvSpPr>
        <p:spPr>
          <a:xfrm>
            <a:off x="1798168" y="2606040"/>
            <a:ext cx="914400" cy="914400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b="1" dirty="0" sz="3000" lang="en-US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dirty="0" sz="3000" lang="en-US"/>
          </a:p>
        </p:txBody>
      </p:sp>
      <p:sp>
        <p:nvSpPr>
          <p:cNvPr id="1048783" name="Text 7"/>
          <p:cNvSpPr txBox="1"/>
          <p:nvPr/>
        </p:nvSpPr>
        <p:spPr>
          <a:xfrm>
            <a:off x="678028" y="3703320"/>
            <a:ext cx="3154680" cy="457200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b="1" dirty="0" sz="1800" lang="en-US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Écriture</a:t>
            </a:r>
            <a:endParaRPr dirty="0" sz="1800" lang="en-US"/>
          </a:p>
        </p:txBody>
      </p:sp>
      <p:sp>
        <p:nvSpPr>
          <p:cNvPr id="1048784" name="Text 8"/>
          <p:cNvSpPr txBox="1"/>
          <p:nvPr/>
        </p:nvSpPr>
        <p:spPr>
          <a:xfrm>
            <a:off x="769468" y="4206240"/>
            <a:ext cx="2971800" cy="1097280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lnSpc>
                <a:spcPct val="120000"/>
              </a:lnSpc>
              <a:buNone/>
            </a:pPr>
            <a:r>
              <a:rPr dirty="0" sz="1250" lang="en-US">
                <a:solidFill>
                  <a:srgbClr val="9FB6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Qualité et construction du texte</a:t>
            </a:r>
            <a:endParaRPr dirty="0" sz="1250" lang="en-US"/>
          </a:p>
        </p:txBody>
      </p:sp>
      <p:sp>
        <p:nvSpPr>
          <p:cNvPr id="1048785" name="Shape 9"/>
          <p:cNvSpPr/>
          <p:nvPr/>
        </p:nvSpPr>
        <p:spPr>
          <a:xfrm>
            <a:off x="4333151" y="3236976"/>
            <a:ext cx="3520440" cy="3291840"/>
          </a:xfrm>
          <a:prstGeom prst="roundRect">
            <a:avLst>
              <a:gd name="adj" fmla="val 2778"/>
            </a:avLst>
          </a:prstGeom>
          <a:solidFill>
            <a:srgbClr val="0F2A52"/>
          </a:solidFill>
          <a:effectLst>
            <a:outerShdw algn="bl" blurRad="101600" dir="5400000" dist="38100" rotWithShape="0">
              <a:srgbClr val="000000">
                <a:alpha val="30000"/>
              </a:srgbClr>
            </a:outerShdw>
          </a:effectLst>
        </p:spPr>
      </p:sp>
      <p:sp>
        <p:nvSpPr>
          <p:cNvPr id="1048786" name="Shape 10"/>
          <p:cNvSpPr/>
          <p:nvPr/>
        </p:nvSpPr>
        <p:spPr>
          <a:xfrm>
            <a:off x="5638648" y="2606040"/>
            <a:ext cx="914400" cy="914400"/>
          </a:xfrm>
          <a:prstGeom prst="ellipse"/>
          <a:solidFill>
            <a:srgbClr val="4E7FD9"/>
          </a:solidFill>
        </p:spPr>
      </p:sp>
      <p:sp>
        <p:nvSpPr>
          <p:cNvPr id="1048787" name="Text 11"/>
          <p:cNvSpPr txBox="1"/>
          <p:nvPr/>
        </p:nvSpPr>
        <p:spPr>
          <a:xfrm>
            <a:off x="5638648" y="2606040"/>
            <a:ext cx="914400" cy="914400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b="1" dirty="0" sz="3000" lang="en-US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dirty="0" sz="3000" lang="en-US"/>
          </a:p>
        </p:txBody>
      </p:sp>
      <p:sp>
        <p:nvSpPr>
          <p:cNvPr id="1048788" name="Text 12"/>
          <p:cNvSpPr txBox="1"/>
          <p:nvPr/>
        </p:nvSpPr>
        <p:spPr>
          <a:xfrm>
            <a:off x="4518508" y="3703320"/>
            <a:ext cx="3154680" cy="457200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b="1" dirty="0" sz="1800" lang="en-US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Technique vocale</a:t>
            </a:r>
            <a:endParaRPr dirty="0" sz="1800" lang="en-US"/>
          </a:p>
        </p:txBody>
      </p:sp>
      <p:sp>
        <p:nvSpPr>
          <p:cNvPr id="1048789" name="Text 13"/>
          <p:cNvSpPr txBox="1"/>
          <p:nvPr/>
        </p:nvSpPr>
        <p:spPr>
          <a:xfrm>
            <a:off x="4609948" y="4206240"/>
            <a:ext cx="2971800" cy="1097280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lnSpc>
                <a:spcPct val="120000"/>
              </a:lnSpc>
              <a:buNone/>
            </a:pPr>
            <a:r>
              <a:rPr dirty="0" sz="1250" lang="en-US">
                <a:solidFill>
                  <a:srgbClr val="9FB6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Présence scénique et diction</a:t>
            </a:r>
            <a:endParaRPr dirty="0" sz="1250" lang="en-US"/>
          </a:p>
        </p:txBody>
      </p:sp>
      <p:sp>
        <p:nvSpPr>
          <p:cNvPr id="1048790" name="Shape 14"/>
          <p:cNvSpPr/>
          <p:nvPr/>
        </p:nvSpPr>
        <p:spPr>
          <a:xfrm>
            <a:off x="8176108" y="3232842"/>
            <a:ext cx="3520440" cy="3291840"/>
          </a:xfrm>
          <a:prstGeom prst="roundRect">
            <a:avLst>
              <a:gd name="adj" fmla="val 2778"/>
            </a:avLst>
          </a:prstGeom>
          <a:solidFill>
            <a:srgbClr val="0F2A52"/>
          </a:solidFill>
          <a:effectLst>
            <a:outerShdw algn="bl" blurRad="101600" dir="5400000" dist="38100" rotWithShape="0">
              <a:srgbClr val="000000">
                <a:alpha val="30000"/>
              </a:srgbClr>
            </a:outerShdw>
          </a:effectLst>
        </p:spPr>
      </p:sp>
      <p:sp>
        <p:nvSpPr>
          <p:cNvPr id="1048791" name="Shape 15"/>
          <p:cNvSpPr/>
          <p:nvPr/>
        </p:nvSpPr>
        <p:spPr>
          <a:xfrm>
            <a:off x="9479128" y="2606040"/>
            <a:ext cx="914400" cy="914400"/>
          </a:xfrm>
          <a:prstGeom prst="ellipse"/>
          <a:solidFill>
            <a:srgbClr val="355C9E"/>
          </a:solidFill>
        </p:spPr>
      </p:sp>
      <p:sp>
        <p:nvSpPr>
          <p:cNvPr id="1048792" name="Text 16"/>
          <p:cNvSpPr txBox="1"/>
          <p:nvPr/>
        </p:nvSpPr>
        <p:spPr>
          <a:xfrm>
            <a:off x="9479128" y="2606040"/>
            <a:ext cx="914400" cy="914400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b="1" dirty="0" sz="3000" lang="en-US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dirty="0" sz="3000" lang="en-US"/>
          </a:p>
        </p:txBody>
      </p:sp>
      <p:sp>
        <p:nvSpPr>
          <p:cNvPr id="1048793" name="Text 17"/>
          <p:cNvSpPr txBox="1"/>
          <p:nvPr/>
        </p:nvSpPr>
        <p:spPr>
          <a:xfrm>
            <a:off x="8358988" y="3703320"/>
            <a:ext cx="3154680" cy="457200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b="1" dirty="0" sz="1800" lang="en-US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Impact</a:t>
            </a:r>
            <a:endParaRPr dirty="0" sz="1800" lang="en-US"/>
          </a:p>
        </p:txBody>
      </p:sp>
      <p:sp>
        <p:nvSpPr>
          <p:cNvPr id="1048794" name="Text 18"/>
          <p:cNvSpPr txBox="1"/>
          <p:nvPr/>
        </p:nvSpPr>
        <p:spPr>
          <a:xfrm>
            <a:off x="8450428" y="4206240"/>
            <a:ext cx="2971800" cy="1097280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lnSpc>
                <a:spcPct val="120000"/>
              </a:lnSpc>
              <a:buNone/>
            </a:pPr>
            <a:r>
              <a:rPr dirty="0" sz="1250" lang="en-US">
                <a:solidFill>
                  <a:srgbClr val="9FB6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Transmettre, captiver, marquer l'auditoire</a:t>
            </a:r>
            <a:endParaRPr dirty="0" sz="1250" lang="en-US"/>
          </a:p>
        </p:txBody>
      </p:sp>
      <p:pic>
        <p:nvPicPr>
          <p:cNvPr id="2097165" name="Image 23"/>
          <p:cNvPicPr>
            <a:picLocks noChangeAspect="1"/>
          </p:cNvPicPr>
          <p:nvPr/>
        </p:nvPicPr>
        <p:blipFill>
          <a:blip xmlns:r="http://schemas.openxmlformats.org/officeDocument/2006/relationships" r:embed="rId1" cstate="print"/>
          <a:stretch>
            <a:fillRect/>
          </a:stretch>
        </p:blipFill>
        <p:spPr>
          <a:xfrm>
            <a:off x="443753" y="363070"/>
            <a:ext cx="914400" cy="914400"/>
          </a:xfrm>
          <a:prstGeom prst="rect"/>
        </p:spPr>
      </p:pic>
      <p:sp>
        <p:nvSpPr>
          <p:cNvPr id="1048795" name="ZoneTexte 24"/>
          <p:cNvSpPr txBox="1"/>
          <p:nvPr/>
        </p:nvSpPr>
        <p:spPr>
          <a:xfrm>
            <a:off x="1452283" y="635604"/>
            <a:ext cx="2783542" cy="369332"/>
          </a:xfrm>
          <a:prstGeom prst="rect"/>
          <a:noFill/>
        </p:spPr>
        <p:txBody>
          <a:bodyPr rtlCol="0" wrap="square">
            <a:spAutoFit/>
          </a:bodyPr>
          <a:p>
            <a:r>
              <a:rPr dirty="0" lang="fr-FR" smtClean="0"/>
              <a:t>Critères</a:t>
            </a:r>
            <a:endParaRPr dirty="0" lang="fr-F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4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7166" name="Image 0" descr="assets/phases_poster.jpg"/>
          <p:cNvPicPr>
            <a:picLocks noChangeAspect="1"/>
          </p:cNvPicPr>
          <p:nvPr/>
        </p:nvPicPr>
        <p:blipFill>
          <a:blip xmlns:r="http://schemas.openxmlformats.org/officeDocument/2006/relationships" r:embed="rId1"/>
          <a:srcRect/>
          <a:stretch>
            <a:fillRect/>
          </a:stretch>
        </p:blipFill>
        <p:spPr>
          <a:xfrm>
            <a:off x="6075123" y="0"/>
            <a:ext cx="6116572" cy="6858000"/>
          </a:xfrm>
          <a:prstGeom prst="rect"/>
        </p:spPr>
      </p:pic>
      <p:pic>
        <p:nvPicPr>
          <p:cNvPr id="2097167" name="Image 2"/>
          <p:cNvPicPr>
            <a:picLocks noChangeAspect="1"/>
          </p:cNvPicPr>
          <p:nvPr/>
        </p:nvPicPr>
        <p:blipFill>
          <a:blip xmlns:r="http://schemas.openxmlformats.org/officeDocument/2006/relationships" r:embed="rId2"/>
          <a:stretch>
            <a:fillRect/>
          </a:stretch>
        </p:blipFill>
        <p:spPr>
          <a:xfrm>
            <a:off x="0" y="0"/>
            <a:ext cx="6075123" cy="6858000"/>
          </a:xfrm>
          <a:prstGeom prst="rect"/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4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7168" name="Image 1"/>
          <p:cNvPicPr>
            <a:picLocks noChangeAspect="1"/>
          </p:cNvPicPr>
          <p:nvPr/>
        </p:nvPicPr>
        <p:blipFill>
          <a:blip xmlns:r="http://schemas.openxmlformats.org/officeDocument/2006/relationships" r:embed="rId1" cstate="print"/>
          <a:stretch>
            <a:fillRect/>
          </a:stretch>
        </p:blipFill>
        <p:spPr>
          <a:xfrm>
            <a:off x="443753" y="363070"/>
            <a:ext cx="914400" cy="914400"/>
          </a:xfrm>
          <a:prstGeom prst="rect"/>
        </p:spPr>
      </p:pic>
      <p:sp>
        <p:nvSpPr>
          <p:cNvPr id="1048796" name="Shape 3"/>
          <p:cNvSpPr/>
          <p:nvPr/>
        </p:nvSpPr>
        <p:spPr>
          <a:xfrm>
            <a:off x="822960" y="3931920"/>
            <a:ext cx="10515600" cy="0"/>
          </a:xfrm>
          <a:prstGeom prst="line"/>
          <a:noFill/>
          <a:ln w="38100">
            <a:solidFill>
              <a:srgbClr val="D6E0EF"/>
            </a:solidFill>
            <a:prstDash val="solid"/>
          </a:ln>
        </p:spPr>
      </p:sp>
      <p:sp>
        <p:nvSpPr>
          <p:cNvPr id="1048797" name="Shape 4"/>
          <p:cNvSpPr/>
          <p:nvPr/>
        </p:nvSpPr>
        <p:spPr>
          <a:xfrm>
            <a:off x="1709928" y="3767328"/>
            <a:ext cx="329184" cy="329184"/>
          </a:xfrm>
          <a:prstGeom prst="ellipse"/>
          <a:solidFill>
            <a:srgbClr val="1D4582"/>
          </a:solidFill>
        </p:spPr>
      </p:sp>
      <p:sp>
        <p:nvSpPr>
          <p:cNvPr id="1048798" name="Text 5"/>
          <p:cNvSpPr txBox="1"/>
          <p:nvPr/>
        </p:nvSpPr>
        <p:spPr>
          <a:xfrm>
            <a:off x="1709928" y="3767328"/>
            <a:ext cx="329184" cy="329184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endParaRPr dirty="0" sz="1200" lang="en-US"/>
          </a:p>
        </p:txBody>
      </p:sp>
      <p:sp>
        <p:nvSpPr>
          <p:cNvPr id="1048799" name="Text 6"/>
          <p:cNvSpPr txBox="1"/>
          <p:nvPr/>
        </p:nvSpPr>
        <p:spPr>
          <a:xfrm>
            <a:off x="868680" y="2514600"/>
            <a:ext cx="2011680" cy="365760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b="1" dirty="0" sz="1450" lang="en-US">
                <a:solidFill>
                  <a:srgbClr val="0A1F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31 déc. 2026</a:t>
            </a:r>
            <a:endParaRPr dirty="0" sz="1450" lang="en-US"/>
          </a:p>
        </p:txBody>
      </p:sp>
      <p:sp>
        <p:nvSpPr>
          <p:cNvPr id="1048800" name="Text 7"/>
          <p:cNvSpPr txBox="1"/>
          <p:nvPr/>
        </p:nvSpPr>
        <p:spPr>
          <a:xfrm>
            <a:off x="868680" y="2880360"/>
            <a:ext cx="2011680" cy="320040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dirty="0" sz="1200" lang="en-US">
                <a:solidFill>
                  <a:srgbClr val="1D45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23h59</a:t>
            </a:r>
            <a:endParaRPr dirty="0" sz="1200" lang="en-US"/>
          </a:p>
        </p:txBody>
      </p:sp>
      <p:sp>
        <p:nvSpPr>
          <p:cNvPr id="1048801" name="Text 8"/>
          <p:cNvSpPr txBox="1"/>
          <p:nvPr/>
        </p:nvSpPr>
        <p:spPr>
          <a:xfrm>
            <a:off x="822960" y="4206240"/>
            <a:ext cx="2103120" cy="822960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lnSpc>
                <a:spcPct val="115000"/>
              </a:lnSpc>
              <a:buNone/>
            </a:pPr>
            <a:r>
              <a:rPr dirty="0" sz="1600" lang="en-US">
                <a:solidFill>
                  <a:srgbClr val="445066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Clôture des inscriptions</a:t>
            </a:r>
            <a:endParaRPr dirty="0" sz="1600" lang="en-US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048802" name="Shape 9"/>
          <p:cNvSpPr/>
          <p:nvPr/>
        </p:nvSpPr>
        <p:spPr>
          <a:xfrm>
            <a:off x="3813048" y="3767328"/>
            <a:ext cx="329184" cy="329184"/>
          </a:xfrm>
          <a:prstGeom prst="ellipse"/>
          <a:solidFill>
            <a:srgbClr val="1D4582"/>
          </a:solidFill>
        </p:spPr>
      </p:sp>
      <p:sp>
        <p:nvSpPr>
          <p:cNvPr id="1048803" name="Text 10"/>
          <p:cNvSpPr txBox="1"/>
          <p:nvPr/>
        </p:nvSpPr>
        <p:spPr>
          <a:xfrm>
            <a:off x="3813048" y="3767328"/>
            <a:ext cx="329184" cy="329184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endParaRPr dirty="0" sz="1200" lang="en-US"/>
          </a:p>
        </p:txBody>
      </p:sp>
      <p:sp>
        <p:nvSpPr>
          <p:cNvPr id="1048804" name="Text 11"/>
          <p:cNvSpPr txBox="1"/>
          <p:nvPr/>
        </p:nvSpPr>
        <p:spPr>
          <a:xfrm>
            <a:off x="2926080" y="2697480"/>
            <a:ext cx="2103120" cy="822960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lnSpc>
                <a:spcPct val="115000"/>
              </a:lnSpc>
              <a:buNone/>
            </a:pPr>
            <a:r>
              <a:rPr dirty="0" sz="1600" lang="en-US">
                <a:solidFill>
                  <a:srgbClr val="445066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Publication des résultats de sélection</a:t>
            </a:r>
            <a:endParaRPr dirty="0" sz="1600" lang="en-US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048805" name="Text 12"/>
          <p:cNvSpPr txBox="1"/>
          <p:nvPr/>
        </p:nvSpPr>
        <p:spPr>
          <a:xfrm>
            <a:off x="2971800" y="4206240"/>
            <a:ext cx="2011680" cy="365760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b="1" dirty="0" sz="1450" lang="en-US">
                <a:solidFill>
                  <a:srgbClr val="0A1F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 janv. 2027</a:t>
            </a:r>
            <a:endParaRPr dirty="0" sz="1450" lang="en-US"/>
          </a:p>
        </p:txBody>
      </p:sp>
      <p:sp>
        <p:nvSpPr>
          <p:cNvPr id="1048806" name="Text 13"/>
          <p:cNvSpPr txBox="1"/>
          <p:nvPr/>
        </p:nvSpPr>
        <p:spPr>
          <a:xfrm>
            <a:off x="2971800" y="4572000"/>
            <a:ext cx="2011680" cy="320040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dirty="0" sz="1200" lang="en-US">
                <a:solidFill>
                  <a:srgbClr val="1D45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10h00</a:t>
            </a:r>
            <a:endParaRPr dirty="0" sz="1200" lang="en-US"/>
          </a:p>
        </p:txBody>
      </p:sp>
      <p:sp>
        <p:nvSpPr>
          <p:cNvPr id="1048807" name="Shape 14"/>
          <p:cNvSpPr/>
          <p:nvPr/>
        </p:nvSpPr>
        <p:spPr>
          <a:xfrm>
            <a:off x="5916168" y="3767328"/>
            <a:ext cx="329184" cy="329184"/>
          </a:xfrm>
          <a:prstGeom prst="ellipse"/>
          <a:solidFill>
            <a:srgbClr val="1D4582"/>
          </a:solidFill>
        </p:spPr>
      </p:sp>
      <p:sp>
        <p:nvSpPr>
          <p:cNvPr id="1048808" name="Text 15"/>
          <p:cNvSpPr txBox="1"/>
          <p:nvPr/>
        </p:nvSpPr>
        <p:spPr>
          <a:xfrm>
            <a:off x="5916168" y="3767328"/>
            <a:ext cx="329184" cy="329184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endParaRPr dirty="0" sz="1200" lang="en-US"/>
          </a:p>
        </p:txBody>
      </p:sp>
      <p:sp>
        <p:nvSpPr>
          <p:cNvPr id="1048809" name="Text 16"/>
          <p:cNvSpPr txBox="1"/>
          <p:nvPr/>
        </p:nvSpPr>
        <p:spPr>
          <a:xfrm>
            <a:off x="5074920" y="2514600"/>
            <a:ext cx="2011680" cy="365760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b="1" dirty="0" sz="1450" lang="en-US">
                <a:solidFill>
                  <a:srgbClr val="0A1F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23 janv. 2027</a:t>
            </a:r>
            <a:endParaRPr dirty="0" sz="1450" lang="en-US"/>
          </a:p>
        </p:txBody>
      </p:sp>
      <p:sp>
        <p:nvSpPr>
          <p:cNvPr id="1048810" name="Text 17"/>
          <p:cNvSpPr txBox="1"/>
          <p:nvPr/>
        </p:nvSpPr>
        <p:spPr>
          <a:xfrm>
            <a:off x="5074920" y="2880360"/>
            <a:ext cx="2011680" cy="320040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dirty="0" sz="1200" lang="en-US">
                <a:solidFill>
                  <a:srgbClr val="1D45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16h00</a:t>
            </a:r>
            <a:endParaRPr dirty="0" sz="1200" lang="en-US"/>
          </a:p>
        </p:txBody>
      </p:sp>
      <p:sp>
        <p:nvSpPr>
          <p:cNvPr id="1048811" name="Text 18"/>
          <p:cNvSpPr txBox="1"/>
          <p:nvPr/>
        </p:nvSpPr>
        <p:spPr>
          <a:xfrm>
            <a:off x="5029200" y="4206240"/>
            <a:ext cx="2103120" cy="822960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lnSpc>
                <a:spcPct val="115000"/>
              </a:lnSpc>
              <a:buNone/>
            </a:pPr>
            <a:r>
              <a:rPr dirty="0" sz="1600" lang="en-US">
                <a:solidFill>
                  <a:srgbClr val="445066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1ère phase — en présentiel</a:t>
            </a:r>
            <a:endParaRPr dirty="0" sz="1600" lang="en-US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048812" name="Shape 19"/>
          <p:cNvSpPr/>
          <p:nvPr/>
        </p:nvSpPr>
        <p:spPr>
          <a:xfrm>
            <a:off x="8019288" y="3767328"/>
            <a:ext cx="329184" cy="329184"/>
          </a:xfrm>
          <a:prstGeom prst="ellipse"/>
          <a:solidFill>
            <a:srgbClr val="1D4582"/>
          </a:solidFill>
        </p:spPr>
      </p:sp>
      <p:sp>
        <p:nvSpPr>
          <p:cNvPr id="1048813" name="Text 20"/>
          <p:cNvSpPr txBox="1"/>
          <p:nvPr/>
        </p:nvSpPr>
        <p:spPr>
          <a:xfrm>
            <a:off x="8019288" y="3767328"/>
            <a:ext cx="329184" cy="329184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endParaRPr dirty="0" sz="1200" lang="en-US"/>
          </a:p>
        </p:txBody>
      </p:sp>
      <p:sp>
        <p:nvSpPr>
          <p:cNvPr id="1048814" name="Text 21"/>
          <p:cNvSpPr txBox="1"/>
          <p:nvPr/>
        </p:nvSpPr>
        <p:spPr>
          <a:xfrm>
            <a:off x="7132320" y="2697480"/>
            <a:ext cx="2103120" cy="822960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lnSpc>
                <a:spcPct val="115000"/>
              </a:lnSpc>
              <a:buNone/>
            </a:pPr>
            <a:r>
              <a:rPr dirty="0" sz="1600" lang="en-US">
                <a:solidFill>
                  <a:srgbClr val="445066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2ème phase — en présentiel</a:t>
            </a:r>
            <a:endParaRPr dirty="0" sz="1600" lang="en-US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048815" name="Text 22"/>
          <p:cNvSpPr txBox="1"/>
          <p:nvPr/>
        </p:nvSpPr>
        <p:spPr>
          <a:xfrm>
            <a:off x="7178040" y="4206240"/>
            <a:ext cx="2011680" cy="365760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b="1" dirty="0" sz="1450" lang="en-US">
                <a:solidFill>
                  <a:srgbClr val="0A1F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 fév. 2027</a:t>
            </a:r>
            <a:endParaRPr dirty="0" sz="1450" lang="en-US"/>
          </a:p>
        </p:txBody>
      </p:sp>
      <p:sp>
        <p:nvSpPr>
          <p:cNvPr id="1048816" name="Text 23"/>
          <p:cNvSpPr txBox="1"/>
          <p:nvPr/>
        </p:nvSpPr>
        <p:spPr>
          <a:xfrm>
            <a:off x="7178040" y="4572000"/>
            <a:ext cx="2011680" cy="320040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dirty="0" sz="1200" lang="en-US">
                <a:solidFill>
                  <a:srgbClr val="1D45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16h00</a:t>
            </a:r>
            <a:endParaRPr dirty="0" sz="1200" lang="en-US"/>
          </a:p>
        </p:txBody>
      </p:sp>
      <p:sp>
        <p:nvSpPr>
          <p:cNvPr id="1048817" name="Shape 24"/>
          <p:cNvSpPr/>
          <p:nvPr/>
        </p:nvSpPr>
        <p:spPr>
          <a:xfrm>
            <a:off x="10122408" y="3767328"/>
            <a:ext cx="329184" cy="329184"/>
          </a:xfrm>
          <a:prstGeom prst="ellipse"/>
          <a:solidFill>
            <a:srgbClr val="8A5A22"/>
          </a:solidFill>
        </p:spPr>
      </p:sp>
      <p:sp>
        <p:nvSpPr>
          <p:cNvPr id="1048818" name="Text 25"/>
          <p:cNvSpPr txBox="1"/>
          <p:nvPr/>
        </p:nvSpPr>
        <p:spPr>
          <a:xfrm>
            <a:off x="10122408" y="3767328"/>
            <a:ext cx="329184" cy="329184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endParaRPr dirty="0" sz="1200" lang="en-US"/>
          </a:p>
        </p:txBody>
      </p:sp>
      <p:sp>
        <p:nvSpPr>
          <p:cNvPr id="1048819" name="Text 26"/>
          <p:cNvSpPr txBox="1"/>
          <p:nvPr/>
        </p:nvSpPr>
        <p:spPr>
          <a:xfrm>
            <a:off x="9281160" y="2514600"/>
            <a:ext cx="2011680" cy="365760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b="1" dirty="0" sz="1450" lang="en-US">
                <a:solidFill>
                  <a:srgbClr val="0A1F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 fév. 2027</a:t>
            </a:r>
            <a:endParaRPr dirty="0" sz="1450" lang="en-US"/>
          </a:p>
        </p:txBody>
      </p:sp>
      <p:sp>
        <p:nvSpPr>
          <p:cNvPr id="1048820" name="Text 27"/>
          <p:cNvSpPr txBox="1"/>
          <p:nvPr/>
        </p:nvSpPr>
        <p:spPr>
          <a:xfrm>
            <a:off x="9281160" y="2880360"/>
            <a:ext cx="2011680" cy="320040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dirty="0" sz="1200" lang="en-US">
                <a:solidFill>
                  <a:srgbClr val="1D45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16h00</a:t>
            </a:r>
            <a:endParaRPr dirty="0" sz="1200" lang="en-US"/>
          </a:p>
        </p:txBody>
      </p:sp>
      <p:sp>
        <p:nvSpPr>
          <p:cNvPr id="1048821" name="Text 28"/>
          <p:cNvSpPr txBox="1"/>
          <p:nvPr/>
        </p:nvSpPr>
        <p:spPr>
          <a:xfrm>
            <a:off x="9235440" y="4206240"/>
            <a:ext cx="2103120" cy="822960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lnSpc>
                <a:spcPct val="115000"/>
              </a:lnSpc>
              <a:buNone/>
            </a:pPr>
            <a:r>
              <a:rPr dirty="0" sz="1600" lang="en-US">
                <a:solidFill>
                  <a:srgbClr val="445066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Grande Finale</a:t>
            </a:r>
            <a:endParaRPr dirty="0" sz="1600" lang="en-US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048822" name="Text 30"/>
          <p:cNvSpPr txBox="1"/>
          <p:nvPr/>
        </p:nvSpPr>
        <p:spPr>
          <a:xfrm>
            <a:off x="11430000" y="6528816"/>
            <a:ext cx="457200" cy="274320"/>
          </a:xfrm>
          <a:prstGeom prst="rect"/>
          <a:noFill/>
        </p:spPr>
        <p:txBody>
          <a:bodyPr anchor="ctr" bIns="0" lIns="0" rIns="0" rtlCol="0" tIns="0" wrap="square"/>
          <a:p>
            <a:pPr algn="r" indent="0" marL="0">
              <a:buNone/>
            </a:pPr>
            <a:r>
              <a:rPr dirty="0" sz="900" lang="en-US">
                <a:solidFill>
                  <a:srgbClr val="9FB6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dirty="0" sz="900" lang="en-US"/>
          </a:p>
        </p:txBody>
      </p:sp>
      <p:sp>
        <p:nvSpPr>
          <p:cNvPr id="1048823" name="ZoneTexte 35"/>
          <p:cNvSpPr txBox="1"/>
          <p:nvPr/>
        </p:nvSpPr>
        <p:spPr>
          <a:xfrm>
            <a:off x="1452283" y="635604"/>
            <a:ext cx="2783542" cy="369332"/>
          </a:xfrm>
          <a:prstGeom prst="rect"/>
          <a:noFill/>
        </p:spPr>
        <p:txBody>
          <a:bodyPr rtlCol="0" wrap="square">
            <a:spAutoFit/>
          </a:bodyPr>
          <a:p>
            <a:r>
              <a:rPr dirty="0" lang="fr-FR" smtClean="0"/>
              <a:t>Calendrier Officiel</a:t>
            </a:r>
            <a:endParaRPr dirty="0" lang="fr-FR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4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24" name="Rectangle 27"/>
          <p:cNvSpPr/>
          <p:nvPr/>
        </p:nvSpPr>
        <p:spPr>
          <a:xfrm>
            <a:off x="-7846" y="0"/>
            <a:ext cx="12199846" cy="6858000"/>
          </a:xfrm>
          <a:prstGeom prst="rect"/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  <a:endParaRPr lang="fr-FR"/>
          </a:p>
        </p:txBody>
      </p:sp>
      <p:sp>
        <p:nvSpPr>
          <p:cNvPr id="1048825" name="Text 1"/>
          <p:cNvSpPr txBox="1"/>
          <p:nvPr/>
        </p:nvSpPr>
        <p:spPr>
          <a:xfrm>
            <a:off x="538052" y="1406566"/>
            <a:ext cx="11091672" cy="822960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b="1" dirty="0" sz="3200" lang="en-US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L'Inattendu : quand la voix doit penser en direct</a:t>
            </a:r>
            <a:endParaRPr dirty="0" sz="3200" lang="en-US"/>
          </a:p>
        </p:txBody>
      </p:sp>
      <p:sp>
        <p:nvSpPr>
          <p:cNvPr id="1048826" name="Text 2"/>
          <p:cNvSpPr txBox="1"/>
          <p:nvPr/>
        </p:nvSpPr>
        <p:spPr>
          <a:xfrm>
            <a:off x="546241" y="2682783"/>
            <a:ext cx="5303520" cy="320040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b="1" dirty="0" sz="3200" kern="0" lang="en-US" spc="100">
                <a:solidFill>
                  <a:srgbClr val="CADCFC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Principe</a:t>
            </a:r>
            <a:endParaRPr dirty="0" sz="3200" lang="en-US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048827" name="Text 3"/>
          <p:cNvSpPr txBox="1"/>
          <p:nvPr/>
        </p:nvSpPr>
        <p:spPr>
          <a:xfrm>
            <a:off x="546241" y="3181583"/>
            <a:ext cx="5303520" cy="731520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dirty="0" sz="2000" lang="en-US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candidat découvre au dernier moment un élément qu'il doit intégrer à sa prise de parole.</a:t>
            </a:r>
            <a:endParaRPr dirty="0" sz="2000" lang="en-US"/>
          </a:p>
        </p:txBody>
      </p:sp>
      <p:sp>
        <p:nvSpPr>
          <p:cNvPr id="1048828" name="Text 4"/>
          <p:cNvSpPr txBox="1"/>
          <p:nvPr/>
        </p:nvSpPr>
        <p:spPr>
          <a:xfrm>
            <a:off x="546241" y="4567563"/>
            <a:ext cx="2560320" cy="365760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dirty="0" sz="1600" lang="en-US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Un mot</a:t>
            </a:r>
            <a:endParaRPr dirty="0" sz="1600" lang="en-US"/>
          </a:p>
        </p:txBody>
      </p:sp>
      <p:sp>
        <p:nvSpPr>
          <p:cNvPr id="1048829" name="Text 5"/>
          <p:cNvSpPr txBox="1"/>
          <p:nvPr/>
        </p:nvSpPr>
        <p:spPr>
          <a:xfrm>
            <a:off x="3200400" y="4521571"/>
            <a:ext cx="2560320" cy="365760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dirty="0" sz="1600" lang="en-US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Une citation</a:t>
            </a:r>
            <a:endParaRPr dirty="0" sz="1600" lang="en-US"/>
          </a:p>
        </p:txBody>
      </p:sp>
      <p:sp>
        <p:nvSpPr>
          <p:cNvPr id="1048830" name="Text 6"/>
          <p:cNvSpPr txBox="1"/>
          <p:nvPr/>
        </p:nvSpPr>
        <p:spPr>
          <a:xfrm>
            <a:off x="546241" y="4933323"/>
            <a:ext cx="2560320" cy="365760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dirty="0" sz="1600" lang="en-US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Une situation</a:t>
            </a:r>
            <a:endParaRPr dirty="0" sz="1600" lang="en-US"/>
          </a:p>
        </p:txBody>
      </p:sp>
      <p:sp>
        <p:nvSpPr>
          <p:cNvPr id="1048831" name="Text 7"/>
          <p:cNvSpPr txBox="1"/>
          <p:nvPr/>
        </p:nvSpPr>
        <p:spPr>
          <a:xfrm>
            <a:off x="3200400" y="4887331"/>
            <a:ext cx="2560320" cy="365760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dirty="0" sz="1600" lang="en-US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r>
              <a:rPr dirty="0" sz="1200" lang="en-US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</a:t>
            </a:r>
            <a:r>
              <a:rPr dirty="0" sz="1600" lang="en-US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contradiction</a:t>
            </a:r>
            <a:endParaRPr dirty="0" sz="1200" lang="en-US"/>
          </a:p>
        </p:txBody>
      </p:sp>
      <p:sp>
        <p:nvSpPr>
          <p:cNvPr id="1048832" name="Text 8"/>
          <p:cNvSpPr txBox="1"/>
          <p:nvPr/>
        </p:nvSpPr>
        <p:spPr>
          <a:xfrm>
            <a:off x="546241" y="5234596"/>
            <a:ext cx="2560320" cy="365760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dirty="0" sz="1600" lang="en-US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Une image mentale</a:t>
            </a:r>
            <a:endParaRPr dirty="0" sz="1600" lang="en-US"/>
          </a:p>
        </p:txBody>
      </p:sp>
      <p:sp>
        <p:nvSpPr>
          <p:cNvPr id="1048833" name="Text 9"/>
          <p:cNvSpPr txBox="1"/>
          <p:nvPr/>
        </p:nvSpPr>
        <p:spPr>
          <a:xfrm>
            <a:off x="3200400" y="5199797"/>
            <a:ext cx="2560320" cy="492343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dirty="0" sz="1600" lang="en-US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Une problématique</a:t>
            </a:r>
            <a:endParaRPr dirty="0" sz="1600" lang="en-US"/>
          </a:p>
        </p:txBody>
      </p:sp>
      <p:sp>
        <p:nvSpPr>
          <p:cNvPr id="1048834" name="Shape 10"/>
          <p:cNvSpPr/>
          <p:nvPr/>
        </p:nvSpPr>
        <p:spPr>
          <a:xfrm>
            <a:off x="7332044" y="2223910"/>
            <a:ext cx="4297680" cy="502920"/>
          </a:xfrm>
          <a:prstGeom prst="roundRect">
            <a:avLst>
              <a:gd name="adj" fmla="val 50909"/>
            </a:avLst>
          </a:prstGeom>
          <a:solidFill>
            <a:srgbClr val="2A3573"/>
          </a:solidFill>
        </p:spPr>
      </p:sp>
      <p:sp>
        <p:nvSpPr>
          <p:cNvPr id="1048835" name="Text 11"/>
          <p:cNvSpPr txBox="1"/>
          <p:nvPr/>
        </p:nvSpPr>
        <p:spPr>
          <a:xfrm>
            <a:off x="7340233" y="2251028"/>
            <a:ext cx="4297680" cy="502920"/>
          </a:xfrm>
          <a:prstGeom prst="rect"/>
          <a:noFill/>
        </p:spPr>
        <p:txBody>
          <a:bodyPr anchor="ctr" rtlCol="0" wrap="square"/>
          <a:p>
            <a:pPr algn="ctr" indent="0" marL="0">
              <a:buNone/>
            </a:pPr>
            <a:r>
              <a:rPr b="1" dirty="0" sz="1600" lang="en-US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Réfléchir</a:t>
            </a:r>
            <a:endParaRPr dirty="0" sz="1600" lang="en-US"/>
          </a:p>
        </p:txBody>
      </p:sp>
      <p:sp>
        <p:nvSpPr>
          <p:cNvPr id="1048836" name="Shape 12"/>
          <p:cNvSpPr/>
          <p:nvPr/>
        </p:nvSpPr>
        <p:spPr>
          <a:xfrm>
            <a:off x="9313483" y="2724808"/>
            <a:ext cx="274320" cy="320040"/>
          </a:xfrm>
          <a:prstGeom prst="downArrow"/>
          <a:solidFill>
            <a:srgbClr val="CADCFC"/>
          </a:solidFill>
        </p:spPr>
      </p:sp>
      <p:sp>
        <p:nvSpPr>
          <p:cNvPr id="1048837" name="Shape 13"/>
          <p:cNvSpPr/>
          <p:nvPr/>
        </p:nvSpPr>
        <p:spPr>
          <a:xfrm>
            <a:off x="7340233" y="3106094"/>
            <a:ext cx="4297680" cy="502920"/>
          </a:xfrm>
          <a:prstGeom prst="roundRect">
            <a:avLst>
              <a:gd name="adj" fmla="val 50909"/>
            </a:avLst>
          </a:prstGeom>
          <a:solidFill>
            <a:srgbClr val="2A3573"/>
          </a:solidFill>
        </p:spPr>
      </p:sp>
      <p:sp>
        <p:nvSpPr>
          <p:cNvPr id="1048838" name="Text 14"/>
          <p:cNvSpPr txBox="1"/>
          <p:nvPr/>
        </p:nvSpPr>
        <p:spPr>
          <a:xfrm>
            <a:off x="7301803" y="3101723"/>
            <a:ext cx="4297680" cy="502920"/>
          </a:xfrm>
          <a:prstGeom prst="rect"/>
          <a:noFill/>
        </p:spPr>
        <p:txBody>
          <a:bodyPr anchor="ctr" rtlCol="0" wrap="square"/>
          <a:p>
            <a:pPr algn="ctr" indent="0" marL="0">
              <a:buNone/>
            </a:pPr>
            <a:r>
              <a:rPr b="1" dirty="0" sz="1600" lang="en-US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Structurer</a:t>
            </a:r>
            <a:endParaRPr dirty="0" sz="1600" lang="en-US"/>
          </a:p>
        </p:txBody>
      </p:sp>
      <p:sp>
        <p:nvSpPr>
          <p:cNvPr id="1048839" name="Shape 15"/>
          <p:cNvSpPr/>
          <p:nvPr/>
        </p:nvSpPr>
        <p:spPr>
          <a:xfrm>
            <a:off x="9317111" y="3642654"/>
            <a:ext cx="274320" cy="320040"/>
          </a:xfrm>
          <a:prstGeom prst="downArrow"/>
          <a:solidFill>
            <a:srgbClr val="CADCFC"/>
          </a:solidFill>
        </p:spPr>
      </p:sp>
      <p:sp>
        <p:nvSpPr>
          <p:cNvPr id="1048840" name="Shape 16"/>
          <p:cNvSpPr/>
          <p:nvPr/>
        </p:nvSpPr>
        <p:spPr>
          <a:xfrm>
            <a:off x="7332044" y="4018173"/>
            <a:ext cx="4297680" cy="502920"/>
          </a:xfrm>
          <a:prstGeom prst="roundRect">
            <a:avLst>
              <a:gd name="adj" fmla="val 50909"/>
            </a:avLst>
          </a:prstGeom>
          <a:solidFill>
            <a:srgbClr val="2A3573"/>
          </a:solidFill>
        </p:spPr>
      </p:sp>
      <p:sp>
        <p:nvSpPr>
          <p:cNvPr id="1048841" name="Text 17"/>
          <p:cNvSpPr txBox="1"/>
          <p:nvPr/>
        </p:nvSpPr>
        <p:spPr>
          <a:xfrm>
            <a:off x="7332044" y="4017900"/>
            <a:ext cx="4297680" cy="502920"/>
          </a:xfrm>
          <a:prstGeom prst="rect"/>
          <a:noFill/>
        </p:spPr>
        <p:txBody>
          <a:bodyPr anchor="ctr" rtlCol="0" wrap="square"/>
          <a:p>
            <a:pPr algn="ctr" indent="0" marL="0">
              <a:buNone/>
            </a:pPr>
            <a:r>
              <a:rPr b="1" dirty="0" sz="1600" lang="en-US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S'adapter</a:t>
            </a:r>
            <a:endParaRPr dirty="0" sz="1600" lang="en-US"/>
          </a:p>
        </p:txBody>
      </p:sp>
      <p:sp>
        <p:nvSpPr>
          <p:cNvPr id="1048842" name="Shape 18"/>
          <p:cNvSpPr/>
          <p:nvPr/>
        </p:nvSpPr>
        <p:spPr>
          <a:xfrm>
            <a:off x="9317111" y="4576299"/>
            <a:ext cx="274320" cy="320040"/>
          </a:xfrm>
          <a:prstGeom prst="downArrow"/>
          <a:solidFill>
            <a:srgbClr val="CADCFC"/>
          </a:solidFill>
        </p:spPr>
      </p:sp>
      <p:sp>
        <p:nvSpPr>
          <p:cNvPr id="1048843" name="Shape 19"/>
          <p:cNvSpPr/>
          <p:nvPr/>
        </p:nvSpPr>
        <p:spPr>
          <a:xfrm>
            <a:off x="7340233" y="4951544"/>
            <a:ext cx="4297680" cy="502920"/>
          </a:xfrm>
          <a:prstGeom prst="roundRect">
            <a:avLst>
              <a:gd name="adj" fmla="val 50909"/>
            </a:avLst>
          </a:prstGeom>
          <a:solidFill>
            <a:srgbClr val="2A3573"/>
          </a:solidFill>
        </p:spPr>
      </p:sp>
      <p:sp>
        <p:nvSpPr>
          <p:cNvPr id="1048844" name="Text 20"/>
          <p:cNvSpPr txBox="1"/>
          <p:nvPr/>
        </p:nvSpPr>
        <p:spPr>
          <a:xfrm>
            <a:off x="7340233" y="4933323"/>
            <a:ext cx="4297680" cy="502920"/>
          </a:xfrm>
          <a:prstGeom prst="rect"/>
          <a:noFill/>
        </p:spPr>
        <p:txBody>
          <a:bodyPr anchor="ctr" rtlCol="0" wrap="square"/>
          <a:p>
            <a:pPr algn="ctr" indent="0" marL="0">
              <a:buNone/>
            </a:pPr>
            <a:r>
              <a:rPr b="1" dirty="0" sz="1600" lang="en-US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Parler</a:t>
            </a:r>
            <a:endParaRPr dirty="0" sz="1600" lang="en-US"/>
          </a:p>
        </p:txBody>
      </p:sp>
      <p:sp>
        <p:nvSpPr>
          <p:cNvPr id="1048845" name="Shape 21"/>
          <p:cNvSpPr/>
          <p:nvPr/>
        </p:nvSpPr>
        <p:spPr>
          <a:xfrm>
            <a:off x="9317111" y="5509260"/>
            <a:ext cx="274320" cy="320040"/>
          </a:xfrm>
          <a:prstGeom prst="downArrow"/>
          <a:solidFill>
            <a:srgbClr val="CADCFC"/>
          </a:solidFill>
        </p:spPr>
      </p:sp>
      <p:sp>
        <p:nvSpPr>
          <p:cNvPr id="1048846" name="Shape 22"/>
          <p:cNvSpPr/>
          <p:nvPr/>
        </p:nvSpPr>
        <p:spPr>
          <a:xfrm>
            <a:off x="7340233" y="5884369"/>
            <a:ext cx="4297680" cy="502920"/>
          </a:xfrm>
          <a:prstGeom prst="roundRect">
            <a:avLst>
              <a:gd name="adj" fmla="val 50909"/>
            </a:avLst>
          </a:prstGeom>
          <a:solidFill>
            <a:srgbClr val="D9B24C"/>
          </a:solidFill>
        </p:spPr>
      </p:sp>
      <p:sp>
        <p:nvSpPr>
          <p:cNvPr id="1048847" name="Text 23"/>
          <p:cNvSpPr txBox="1"/>
          <p:nvPr/>
        </p:nvSpPr>
        <p:spPr>
          <a:xfrm>
            <a:off x="7340233" y="5884369"/>
            <a:ext cx="4297680" cy="502920"/>
          </a:xfrm>
          <a:prstGeom prst="rect"/>
          <a:noFill/>
        </p:spPr>
        <p:txBody>
          <a:bodyPr anchor="ctr" rtlCol="0" wrap="square"/>
          <a:p>
            <a:pPr algn="ctr" indent="0" marL="0">
              <a:buNone/>
            </a:pPr>
            <a:r>
              <a:rPr b="1" dirty="0" sz="1600" lang="en-US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Convaincre</a:t>
            </a:r>
            <a:endParaRPr dirty="0" sz="1600" lang="en-US"/>
          </a:p>
        </p:txBody>
      </p:sp>
      <p:pic>
        <p:nvPicPr>
          <p:cNvPr id="2097169" name="Image 28"/>
          <p:cNvPicPr>
            <a:picLocks noChangeAspect="1"/>
          </p:cNvPicPr>
          <p:nvPr/>
        </p:nvPicPr>
        <p:blipFill>
          <a:blip xmlns:r="http://schemas.openxmlformats.org/officeDocument/2006/relationships" r:embed="rId1" cstate="print"/>
          <a:stretch>
            <a:fillRect/>
          </a:stretch>
        </p:blipFill>
        <p:spPr>
          <a:xfrm>
            <a:off x="443753" y="363070"/>
            <a:ext cx="914400" cy="914400"/>
          </a:xfrm>
          <a:prstGeom prst="rect"/>
        </p:spPr>
      </p:pic>
      <p:sp>
        <p:nvSpPr>
          <p:cNvPr id="1048848" name="ZoneTexte 29"/>
          <p:cNvSpPr txBox="1"/>
          <p:nvPr/>
        </p:nvSpPr>
        <p:spPr>
          <a:xfrm>
            <a:off x="1452283" y="635604"/>
            <a:ext cx="2783542" cy="369332"/>
          </a:xfrm>
          <a:prstGeom prst="rect"/>
          <a:noFill/>
        </p:spPr>
        <p:txBody>
          <a:bodyPr rtlCol="0" wrap="square">
            <a:spAutoFit/>
          </a:bodyPr>
          <a:p>
            <a:r>
              <a:rPr dirty="0" lang="fr-FR" smtClean="0">
                <a:solidFill>
                  <a:schemeClr val="bg1"/>
                </a:solidFill>
              </a:rPr>
              <a:t>Epreuve Signature</a:t>
            </a:r>
            <a:endParaRPr dirty="0" lang="fr-FR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26" name="Rectangle 29"/>
          <p:cNvSpPr/>
          <p:nvPr/>
        </p:nvSpPr>
        <p:spPr>
          <a:xfrm>
            <a:off x="-7846" y="0"/>
            <a:ext cx="12199846" cy="6858000"/>
          </a:xfrm>
          <a:prstGeom prst="rect"/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  <a:endParaRPr lang="fr-FR">
              <a:solidFill>
                <a:schemeClr val="bg1"/>
              </a:solidFill>
            </a:endParaRPr>
          </a:p>
        </p:txBody>
      </p:sp>
      <p:sp>
        <p:nvSpPr>
          <p:cNvPr id="1048627" name="Text 1"/>
          <p:cNvSpPr txBox="1"/>
          <p:nvPr/>
        </p:nvSpPr>
        <p:spPr>
          <a:xfrm>
            <a:off x="548640" y="1348740"/>
            <a:ext cx="11091672" cy="822960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b="1" dirty="0" sz="3200" lang="en-US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Ce que le participant gagne</a:t>
            </a:r>
            <a:endParaRPr dirty="0" sz="3200" lang="en-US">
              <a:solidFill>
                <a:schemeClr val="bg1"/>
              </a:solidFill>
            </a:endParaRPr>
          </a:p>
        </p:txBody>
      </p:sp>
      <p:sp>
        <p:nvSpPr>
          <p:cNvPr id="1048628" name="Shape 22"/>
          <p:cNvSpPr/>
          <p:nvPr/>
        </p:nvSpPr>
        <p:spPr>
          <a:xfrm>
            <a:off x="548640" y="4983480"/>
            <a:ext cx="11091672" cy="1234440"/>
          </a:xfrm>
          <a:prstGeom prst="roundRect">
            <a:avLst>
              <a:gd name="adj" fmla="val 4444"/>
            </a:avLst>
          </a:prstGeom>
          <a:solidFill>
            <a:srgbClr val="1E2761"/>
          </a:solidFill>
        </p:spPr>
      </p:sp>
      <p:sp>
        <p:nvSpPr>
          <p:cNvPr id="1048629" name="Text 23"/>
          <p:cNvSpPr txBox="1"/>
          <p:nvPr/>
        </p:nvSpPr>
        <p:spPr>
          <a:xfrm>
            <a:off x="914400" y="4983480"/>
            <a:ext cx="10360152" cy="1234440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b="1" dirty="0" sz="1600" lang="en-US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véritable gain n'est pas uniquement de gagner le </a:t>
            </a:r>
            <a:r>
              <a:rPr b="1" dirty="0" sz="1600" lang="en-US" err="1" smtClean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concours</a:t>
            </a:r>
            <a:r>
              <a:rPr b="1" dirty="0" sz="1600" lang="en-US" smtClean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</a:t>
            </a:r>
            <a:r>
              <a:rPr b="1" dirty="0" sz="1600" lang="en-US" err="1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r>
              <a:rPr b="1" dirty="0" sz="1600" lang="en-US" err="1" smtClean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'est</a:t>
            </a:r>
            <a:r>
              <a:rPr b="1" dirty="0" sz="1600" lang="en-US" smtClean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b="1" dirty="0" sz="1600" lang="en-US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sortir du parcours avec une voix plus forte qu'à </a:t>
            </a:r>
            <a:r>
              <a:rPr b="1" dirty="0" sz="1600" lang="en-US" err="1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l'entrée</a:t>
            </a:r>
            <a:r>
              <a:rPr b="1" dirty="0" sz="1600" lang="en-US" smtClean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</a:t>
            </a:r>
            <a:r>
              <a:rPr b="1" dirty="0" sz="1600" lang="en-US" err="1" smtClean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Nono</a:t>
            </a:r>
            <a:r>
              <a:rPr altLang="fr-FR" b="1" dirty="0" sz="1600" lang="en-US" err="1" smtClean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bstant</a:t>
            </a:r>
            <a:r>
              <a:rPr b="1" dirty="0" sz="1600" lang="en-US" smtClean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des lots </a:t>
            </a:r>
            <a:r>
              <a:rPr b="1" dirty="0" sz="1600" lang="en-US" err="1" smtClean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prestigieux</a:t>
            </a:r>
            <a:r>
              <a:rPr b="1" dirty="0" sz="1600" lang="en-US" smtClean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b="1" dirty="0" sz="1600" lang="en-US" err="1" smtClean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attendent</a:t>
            </a:r>
            <a:r>
              <a:rPr b="1" dirty="0" sz="1600" lang="en-US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b="1" dirty="0" sz="1600" lang="en-US" smtClean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</a:t>
            </a:r>
            <a:r>
              <a:rPr b="1" dirty="0" sz="1600" lang="en-US" err="1" smtClean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trois</a:t>
            </a:r>
            <a:r>
              <a:rPr b="1" dirty="0" sz="1600" lang="en-US" smtClean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b="1" dirty="0" sz="1600" lang="en-US" err="1" smtClean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meilleurs</a:t>
            </a:r>
            <a:r>
              <a:rPr b="1" dirty="0" sz="1600" lang="en-US" smtClean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</a:t>
            </a:r>
            <a:endParaRPr dirty="0" sz="1600" lang="en-US">
              <a:solidFill>
                <a:schemeClr val="bg1"/>
              </a:solidFill>
            </a:endParaRPr>
          </a:p>
        </p:txBody>
      </p:sp>
      <p:grpSp>
        <p:nvGrpSpPr>
          <p:cNvPr id="36" name="Groupe 27"/>
          <p:cNvGrpSpPr/>
          <p:nvPr/>
        </p:nvGrpSpPr>
        <p:grpSpPr>
          <a:xfrm>
            <a:off x="548640" y="2208276"/>
            <a:ext cx="10908792" cy="2121408"/>
            <a:chOff x="548640" y="1874520"/>
            <a:chExt cx="10908792" cy="2121408"/>
          </a:xfrm>
        </p:grpSpPr>
        <p:sp>
          <p:nvSpPr>
            <p:cNvPr id="1048630" name="Shape 2"/>
            <p:cNvSpPr/>
            <p:nvPr/>
          </p:nvSpPr>
          <p:spPr>
            <a:xfrm>
              <a:off x="548640" y="1947672"/>
              <a:ext cx="91440" cy="91440"/>
            </a:xfrm>
            <a:prstGeom prst="ellipse"/>
            <a:solidFill>
              <a:srgbClr val="1E2761"/>
            </a:solidFill>
          </p:spPr>
        </p:sp>
        <p:sp>
          <p:nvSpPr>
            <p:cNvPr id="1048631" name="Text 3"/>
            <p:cNvSpPr txBox="1"/>
            <p:nvPr/>
          </p:nvSpPr>
          <p:spPr>
            <a:xfrm>
              <a:off x="822960" y="1874520"/>
              <a:ext cx="5088636" cy="365760"/>
            </a:xfrm>
            <a:prstGeom prst="rect"/>
            <a:noFill/>
          </p:spPr>
          <p:txBody>
            <a:bodyPr anchor="ctr" rtlCol="0" wrap="square"/>
            <a:p>
              <a:pPr indent="0" marL="0">
                <a:buNone/>
              </a:pPr>
              <a:r>
                <a:rPr dirty="0" sz="1600" lang="en-US">
                  <a:solidFill>
                    <a:schemeClr val="bg1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Confiance en lui</a:t>
              </a:r>
              <a:endParaRPr dirty="0" sz="1600" lang="en-US">
                <a:solidFill>
                  <a:schemeClr val="bg1"/>
                </a:solidFill>
              </a:endParaRPr>
            </a:p>
          </p:txBody>
        </p:sp>
        <p:sp>
          <p:nvSpPr>
            <p:cNvPr id="1048632" name="Shape 4"/>
            <p:cNvSpPr/>
            <p:nvPr/>
          </p:nvSpPr>
          <p:spPr>
            <a:xfrm>
              <a:off x="6094476" y="1947672"/>
              <a:ext cx="91440" cy="91440"/>
            </a:xfrm>
            <a:prstGeom prst="ellipse"/>
            <a:solidFill>
              <a:srgbClr val="1E2761"/>
            </a:solidFill>
          </p:spPr>
        </p:sp>
        <p:sp>
          <p:nvSpPr>
            <p:cNvPr id="1048633" name="Text 5"/>
            <p:cNvSpPr txBox="1"/>
            <p:nvPr/>
          </p:nvSpPr>
          <p:spPr>
            <a:xfrm>
              <a:off x="6368796" y="1874520"/>
              <a:ext cx="5088636" cy="365760"/>
            </a:xfrm>
            <a:prstGeom prst="rect"/>
            <a:noFill/>
          </p:spPr>
          <p:txBody>
            <a:bodyPr anchor="ctr" rtlCol="0" wrap="square"/>
            <a:p>
              <a:pPr indent="0" marL="0">
                <a:buNone/>
              </a:pPr>
              <a:r>
                <a:rPr dirty="0" sz="1600" lang="en-US">
                  <a:solidFill>
                    <a:schemeClr val="bg1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Capacité d'expression</a:t>
              </a:r>
              <a:endParaRPr dirty="0" sz="1600" lang="en-US">
                <a:solidFill>
                  <a:schemeClr val="bg1"/>
                </a:solidFill>
              </a:endParaRPr>
            </a:p>
          </p:txBody>
        </p:sp>
        <p:sp>
          <p:nvSpPr>
            <p:cNvPr id="1048634" name="Shape 6"/>
            <p:cNvSpPr/>
            <p:nvPr/>
          </p:nvSpPr>
          <p:spPr>
            <a:xfrm>
              <a:off x="548640" y="2386584"/>
              <a:ext cx="91440" cy="91440"/>
            </a:xfrm>
            <a:prstGeom prst="ellipse"/>
            <a:solidFill>
              <a:srgbClr val="1E2761"/>
            </a:solidFill>
          </p:spPr>
        </p:sp>
        <p:sp>
          <p:nvSpPr>
            <p:cNvPr id="1048635" name="Text 7"/>
            <p:cNvSpPr txBox="1"/>
            <p:nvPr/>
          </p:nvSpPr>
          <p:spPr>
            <a:xfrm>
              <a:off x="822960" y="2313432"/>
              <a:ext cx="5088636" cy="365760"/>
            </a:xfrm>
            <a:prstGeom prst="rect"/>
            <a:noFill/>
          </p:spPr>
          <p:txBody>
            <a:bodyPr anchor="ctr" rtlCol="0" wrap="square"/>
            <a:p>
              <a:pPr indent="0" marL="0">
                <a:buNone/>
              </a:pPr>
              <a:r>
                <a:rPr dirty="0" sz="1600" lang="en-US">
                  <a:solidFill>
                    <a:schemeClr val="bg1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Maîtrise de la langue</a:t>
              </a:r>
              <a:endParaRPr dirty="0" sz="1600" lang="en-US">
                <a:solidFill>
                  <a:schemeClr val="bg1"/>
                </a:solidFill>
              </a:endParaRPr>
            </a:p>
          </p:txBody>
        </p:sp>
        <p:sp>
          <p:nvSpPr>
            <p:cNvPr id="1048636" name="Shape 8"/>
            <p:cNvSpPr/>
            <p:nvPr/>
          </p:nvSpPr>
          <p:spPr>
            <a:xfrm>
              <a:off x="6094476" y="2386584"/>
              <a:ext cx="91440" cy="91440"/>
            </a:xfrm>
            <a:prstGeom prst="ellipse"/>
            <a:solidFill>
              <a:srgbClr val="1E2761"/>
            </a:solidFill>
          </p:spPr>
        </p:sp>
        <p:sp>
          <p:nvSpPr>
            <p:cNvPr id="1048637" name="Text 9"/>
            <p:cNvSpPr txBox="1"/>
            <p:nvPr/>
          </p:nvSpPr>
          <p:spPr>
            <a:xfrm>
              <a:off x="6368796" y="2313432"/>
              <a:ext cx="5088636" cy="365760"/>
            </a:xfrm>
            <a:prstGeom prst="rect"/>
            <a:noFill/>
          </p:spPr>
          <p:txBody>
            <a:bodyPr anchor="ctr" rtlCol="0" wrap="square"/>
            <a:p>
              <a:pPr indent="0" marL="0">
                <a:buNone/>
              </a:pPr>
              <a:r>
                <a:rPr dirty="0" sz="1600" lang="en-US">
                  <a:solidFill>
                    <a:schemeClr val="bg1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Aisance orale</a:t>
              </a:r>
              <a:endParaRPr dirty="0" sz="1600" lang="en-US">
                <a:solidFill>
                  <a:schemeClr val="bg1"/>
                </a:solidFill>
              </a:endParaRPr>
            </a:p>
          </p:txBody>
        </p:sp>
        <p:sp>
          <p:nvSpPr>
            <p:cNvPr id="1048638" name="Shape 10"/>
            <p:cNvSpPr/>
            <p:nvPr/>
          </p:nvSpPr>
          <p:spPr>
            <a:xfrm>
              <a:off x="548640" y="2825496"/>
              <a:ext cx="91440" cy="91440"/>
            </a:xfrm>
            <a:prstGeom prst="ellipse"/>
            <a:solidFill>
              <a:srgbClr val="1E2761"/>
            </a:solidFill>
          </p:spPr>
        </p:sp>
        <p:sp>
          <p:nvSpPr>
            <p:cNvPr id="1048639" name="Text 11"/>
            <p:cNvSpPr txBox="1"/>
            <p:nvPr/>
          </p:nvSpPr>
          <p:spPr>
            <a:xfrm>
              <a:off x="822960" y="2752344"/>
              <a:ext cx="5088636" cy="365760"/>
            </a:xfrm>
            <a:prstGeom prst="rect"/>
            <a:noFill/>
          </p:spPr>
          <p:txBody>
            <a:bodyPr anchor="ctr" rtlCol="0" wrap="square"/>
            <a:p>
              <a:pPr indent="0" marL="0">
                <a:buNone/>
              </a:pPr>
              <a:r>
                <a:rPr dirty="0" sz="1600" lang="en-US">
                  <a:solidFill>
                    <a:schemeClr val="bg1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Structuration de la pensée</a:t>
              </a:r>
              <a:endParaRPr dirty="0" sz="1600" lang="en-US">
                <a:solidFill>
                  <a:schemeClr val="bg1"/>
                </a:solidFill>
              </a:endParaRPr>
            </a:p>
          </p:txBody>
        </p:sp>
        <p:sp>
          <p:nvSpPr>
            <p:cNvPr id="1048640" name="Shape 12"/>
            <p:cNvSpPr/>
            <p:nvPr/>
          </p:nvSpPr>
          <p:spPr>
            <a:xfrm>
              <a:off x="6094476" y="2825496"/>
              <a:ext cx="91440" cy="91440"/>
            </a:xfrm>
            <a:prstGeom prst="ellipse"/>
            <a:solidFill>
              <a:srgbClr val="1E2761"/>
            </a:solidFill>
          </p:spPr>
        </p:sp>
        <p:sp>
          <p:nvSpPr>
            <p:cNvPr id="1048641" name="Text 13"/>
            <p:cNvSpPr txBox="1"/>
            <p:nvPr/>
          </p:nvSpPr>
          <p:spPr>
            <a:xfrm>
              <a:off x="6368796" y="2752344"/>
              <a:ext cx="5088636" cy="365760"/>
            </a:xfrm>
            <a:prstGeom prst="rect"/>
            <a:noFill/>
          </p:spPr>
          <p:txBody>
            <a:bodyPr anchor="ctr" rtlCol="0" wrap="square"/>
            <a:p>
              <a:pPr indent="0" marL="0">
                <a:buNone/>
              </a:pPr>
              <a:r>
                <a:rPr dirty="0" sz="1600" lang="en-US">
                  <a:solidFill>
                    <a:schemeClr val="bg1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Créativité</a:t>
              </a:r>
              <a:endParaRPr dirty="0" sz="1600" lang="en-US">
                <a:solidFill>
                  <a:schemeClr val="bg1"/>
                </a:solidFill>
              </a:endParaRPr>
            </a:p>
          </p:txBody>
        </p:sp>
        <p:sp>
          <p:nvSpPr>
            <p:cNvPr id="1048642" name="Shape 14"/>
            <p:cNvSpPr/>
            <p:nvPr/>
          </p:nvSpPr>
          <p:spPr>
            <a:xfrm>
              <a:off x="548640" y="3264408"/>
              <a:ext cx="91440" cy="91440"/>
            </a:xfrm>
            <a:prstGeom prst="ellipse"/>
            <a:solidFill>
              <a:srgbClr val="1E2761"/>
            </a:solidFill>
          </p:spPr>
        </p:sp>
        <p:sp>
          <p:nvSpPr>
            <p:cNvPr id="1048643" name="Text 15"/>
            <p:cNvSpPr txBox="1"/>
            <p:nvPr/>
          </p:nvSpPr>
          <p:spPr>
            <a:xfrm>
              <a:off x="822960" y="3191256"/>
              <a:ext cx="5088636" cy="365760"/>
            </a:xfrm>
            <a:prstGeom prst="rect"/>
            <a:noFill/>
          </p:spPr>
          <p:txBody>
            <a:bodyPr anchor="ctr" rtlCol="0" wrap="square"/>
            <a:p>
              <a:pPr indent="0" marL="0">
                <a:buNone/>
              </a:pPr>
              <a:r>
                <a:rPr dirty="0" sz="1600" lang="en-US">
                  <a:solidFill>
                    <a:schemeClr val="bg1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Gestion du stress</a:t>
              </a:r>
              <a:endParaRPr dirty="0" sz="1600" lang="en-US">
                <a:solidFill>
                  <a:schemeClr val="bg1"/>
                </a:solidFill>
              </a:endParaRPr>
            </a:p>
          </p:txBody>
        </p:sp>
        <p:sp>
          <p:nvSpPr>
            <p:cNvPr id="1048644" name="Shape 16"/>
            <p:cNvSpPr/>
            <p:nvPr/>
          </p:nvSpPr>
          <p:spPr>
            <a:xfrm>
              <a:off x="6094476" y="3264408"/>
              <a:ext cx="91440" cy="91440"/>
            </a:xfrm>
            <a:prstGeom prst="ellipse"/>
            <a:solidFill>
              <a:srgbClr val="1E2761"/>
            </a:solidFill>
          </p:spPr>
        </p:sp>
        <p:sp>
          <p:nvSpPr>
            <p:cNvPr id="1048645" name="Text 17"/>
            <p:cNvSpPr txBox="1"/>
            <p:nvPr/>
          </p:nvSpPr>
          <p:spPr>
            <a:xfrm>
              <a:off x="6368796" y="3191256"/>
              <a:ext cx="5088636" cy="365760"/>
            </a:xfrm>
            <a:prstGeom prst="rect"/>
            <a:noFill/>
          </p:spPr>
          <p:txBody>
            <a:bodyPr anchor="ctr" rtlCol="0" wrap="square"/>
            <a:p>
              <a:pPr indent="0" marL="0">
                <a:buNone/>
              </a:pPr>
              <a:r>
                <a:rPr dirty="0" sz="1600" lang="en-US">
                  <a:solidFill>
                    <a:schemeClr val="bg1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Aptitude à improviser</a:t>
              </a:r>
              <a:endParaRPr dirty="0" sz="1600" lang="en-US">
                <a:solidFill>
                  <a:schemeClr val="bg1"/>
                </a:solidFill>
              </a:endParaRPr>
            </a:p>
          </p:txBody>
        </p:sp>
        <p:sp>
          <p:nvSpPr>
            <p:cNvPr id="1048646" name="Shape 18"/>
            <p:cNvSpPr/>
            <p:nvPr/>
          </p:nvSpPr>
          <p:spPr>
            <a:xfrm>
              <a:off x="548640" y="3703320"/>
              <a:ext cx="91440" cy="91440"/>
            </a:xfrm>
            <a:prstGeom prst="ellipse"/>
            <a:solidFill>
              <a:srgbClr val="1E2761"/>
            </a:solidFill>
          </p:spPr>
        </p:sp>
        <p:sp>
          <p:nvSpPr>
            <p:cNvPr id="1048647" name="Text 19"/>
            <p:cNvSpPr txBox="1"/>
            <p:nvPr/>
          </p:nvSpPr>
          <p:spPr>
            <a:xfrm>
              <a:off x="822960" y="3630168"/>
              <a:ext cx="5088636" cy="365760"/>
            </a:xfrm>
            <a:prstGeom prst="rect"/>
            <a:noFill/>
          </p:spPr>
          <p:txBody>
            <a:bodyPr anchor="ctr" rtlCol="0" wrap="square"/>
            <a:p>
              <a:pPr indent="0" marL="0">
                <a:buNone/>
              </a:pPr>
              <a:r>
                <a:rPr dirty="0" sz="1600" lang="en-US">
                  <a:solidFill>
                    <a:schemeClr val="bg1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Sens de l'argumentation</a:t>
              </a:r>
              <a:endParaRPr dirty="0" sz="1600" lang="en-US">
                <a:solidFill>
                  <a:schemeClr val="bg1"/>
                </a:solidFill>
              </a:endParaRPr>
            </a:p>
          </p:txBody>
        </p:sp>
        <p:sp>
          <p:nvSpPr>
            <p:cNvPr id="1048648" name="Shape 20"/>
            <p:cNvSpPr/>
            <p:nvPr/>
          </p:nvSpPr>
          <p:spPr>
            <a:xfrm>
              <a:off x="6094476" y="3703320"/>
              <a:ext cx="91440" cy="91440"/>
            </a:xfrm>
            <a:prstGeom prst="ellipse"/>
            <a:solidFill>
              <a:srgbClr val="1E2761"/>
            </a:solidFill>
          </p:spPr>
        </p:sp>
        <p:sp>
          <p:nvSpPr>
            <p:cNvPr id="1048649" name="Text 21"/>
            <p:cNvSpPr txBox="1"/>
            <p:nvPr/>
          </p:nvSpPr>
          <p:spPr>
            <a:xfrm>
              <a:off x="6368796" y="3630168"/>
              <a:ext cx="5088636" cy="365760"/>
            </a:xfrm>
            <a:prstGeom prst="rect"/>
            <a:noFill/>
          </p:spPr>
          <p:txBody>
            <a:bodyPr anchor="ctr" rtlCol="0" wrap="square"/>
            <a:p>
              <a:pPr indent="0" marL="0">
                <a:buNone/>
              </a:pPr>
              <a:r>
                <a:rPr dirty="0" sz="1600" lang="en-US">
                  <a:solidFill>
                    <a:schemeClr val="bg1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Présence devant un public</a:t>
              </a:r>
              <a:endParaRPr dirty="0" sz="1600" lang="en-US">
                <a:solidFill>
                  <a:schemeClr val="bg1"/>
                </a:solidFill>
              </a:endParaRPr>
            </a:p>
          </p:txBody>
        </p:sp>
      </p:grpSp>
      <p:pic>
        <p:nvPicPr>
          <p:cNvPr id="2097156" name="Image 28"/>
          <p:cNvPicPr>
            <a:picLocks noChangeAspect="1"/>
          </p:cNvPicPr>
          <p:nvPr/>
        </p:nvPicPr>
        <p:blipFill>
          <a:blip xmlns:r="http://schemas.openxmlformats.org/officeDocument/2006/relationships" r:embed="rId1" cstate="print"/>
          <a:stretch>
            <a:fillRect/>
          </a:stretch>
        </p:blipFill>
        <p:spPr>
          <a:xfrm>
            <a:off x="443753" y="363070"/>
            <a:ext cx="914400" cy="914400"/>
          </a:xfrm>
          <a:prstGeom prst="rect"/>
        </p:spPr>
      </p:pic>
      <p:sp>
        <p:nvSpPr>
          <p:cNvPr id="1048650" name="ZoneTexte 30"/>
          <p:cNvSpPr txBox="1"/>
          <p:nvPr/>
        </p:nvSpPr>
        <p:spPr>
          <a:xfrm>
            <a:off x="1452283" y="635604"/>
            <a:ext cx="2783542" cy="624839"/>
          </a:xfrm>
          <a:prstGeom prst="rect"/>
          <a:noFill/>
        </p:spPr>
        <p:txBody>
          <a:bodyPr rtlCol="0" wrap="square">
            <a:spAutoFit/>
          </a:bodyPr>
          <a:p>
            <a:r>
              <a:rPr dirty="0" lang="fr-FR" smtClean="0">
                <a:solidFill>
                  <a:schemeClr val="bg1"/>
                </a:solidFill>
              </a:rPr>
              <a:t>Valeur pour les participants</a:t>
            </a:r>
            <a:endParaRPr dirty="0" lang="fr-FR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7154" name="Image 0" descr="assets/partner_poster.jpg"/>
          <p:cNvPicPr>
            <a:picLocks noChangeAspect="1"/>
          </p:cNvPicPr>
          <p:nvPr/>
        </p:nvPicPr>
        <p:blipFill>
          <a:blip xmlns:r="http://schemas.openxmlformats.org/officeDocument/2006/relationships" r:embed="rId1"/>
          <a:srcRect/>
          <a:stretch>
            <a:fillRect/>
          </a:stretch>
        </p:blipFill>
        <p:spPr>
          <a:xfrm>
            <a:off x="6100549" y="0"/>
            <a:ext cx="6091146" cy="6858000"/>
          </a:xfrm>
          <a:prstGeom prst="rect"/>
        </p:spPr>
      </p:pic>
      <p:pic>
        <p:nvPicPr>
          <p:cNvPr id="2097155" name="Image 3"/>
          <p:cNvPicPr>
            <a:picLocks noChangeAspect="1"/>
          </p:cNvPicPr>
          <p:nvPr/>
        </p:nvPicPr>
        <p:blipFill>
          <a:blip xmlns:r="http://schemas.openxmlformats.org/officeDocument/2006/relationships" r:embed="rId2" cstate="print"/>
          <a:stretch>
            <a:fillRect/>
          </a:stretch>
        </p:blipFill>
        <p:spPr>
          <a:xfrm>
            <a:off x="443753" y="363070"/>
            <a:ext cx="914400" cy="914400"/>
          </a:xfrm>
          <a:prstGeom prst="rect"/>
        </p:spPr>
      </p:pic>
      <p:sp>
        <p:nvSpPr>
          <p:cNvPr id="1048622" name="ZoneTexte 4"/>
          <p:cNvSpPr txBox="1"/>
          <p:nvPr/>
        </p:nvSpPr>
        <p:spPr>
          <a:xfrm>
            <a:off x="1452283" y="635604"/>
            <a:ext cx="2783542" cy="624839"/>
          </a:xfrm>
          <a:prstGeom prst="rect"/>
          <a:noFill/>
        </p:spPr>
        <p:txBody>
          <a:bodyPr rtlCol="0" wrap="square">
            <a:spAutoFit/>
          </a:bodyPr>
          <a:p>
            <a:r>
              <a:rPr dirty="0" lang="fr-FR" smtClean="0"/>
              <a:t>Valeur pour les partenaires</a:t>
            </a:r>
            <a:endParaRPr dirty="0" lang="fr-FR"/>
          </a:p>
        </p:txBody>
      </p:sp>
      <p:sp>
        <p:nvSpPr>
          <p:cNvPr id="1048623" name="Text 1"/>
          <p:cNvSpPr txBox="1"/>
          <p:nvPr/>
        </p:nvSpPr>
        <p:spPr>
          <a:xfrm>
            <a:off x="139207" y="1416979"/>
            <a:ext cx="11091672" cy="822960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b="1" dirty="0" sz="3200" lang="en-US">
                <a:solidFill>
                  <a:srgbClr val="0020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Ce que </a:t>
            </a:r>
            <a:r>
              <a:rPr b="1" dirty="0" sz="3200" lang="en-US" smtClean="0">
                <a:solidFill>
                  <a:srgbClr val="0020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les partenaires gagnent</a:t>
            </a:r>
            <a:endParaRPr dirty="0" sz="3200" lang="en-US">
              <a:solidFill>
                <a:srgbClr val="002060"/>
              </a:solidFill>
            </a:endParaRPr>
          </a:p>
        </p:txBody>
      </p:sp>
      <p:sp>
        <p:nvSpPr>
          <p:cNvPr id="1048624" name="Shape 19"/>
          <p:cNvSpPr/>
          <p:nvPr/>
        </p:nvSpPr>
        <p:spPr>
          <a:xfrm>
            <a:off x="139207" y="2694449"/>
            <a:ext cx="5674738" cy="3123631"/>
          </a:xfrm>
          <a:prstGeom prst="roundRect">
            <a:avLst>
              <a:gd name="adj" fmla="val 2819"/>
            </a:avLst>
          </a:prstGeom>
          <a:solidFill>
            <a:srgbClr val="1D4582"/>
          </a:solidFill>
        </p:spPr>
      </p:sp>
      <p:sp>
        <p:nvSpPr>
          <p:cNvPr id="1048625" name="Text 19"/>
          <p:cNvSpPr txBox="1"/>
          <p:nvPr/>
        </p:nvSpPr>
        <p:spPr>
          <a:xfrm>
            <a:off x="299736" y="3249366"/>
            <a:ext cx="5088636" cy="2013795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dirty="0" sz="1600" lang="en-US" err="1" smtClean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Soutenir</a:t>
            </a:r>
            <a:r>
              <a:rPr dirty="0" sz="1600" lang="en-US" smtClean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 Les </a:t>
            </a:r>
            <a:r>
              <a:rPr dirty="0" sz="1600" lang="en-US" err="1" smtClean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Voix</a:t>
            </a:r>
            <a:r>
              <a:rPr dirty="0" sz="1600" lang="en-US" smtClean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 </a:t>
            </a:r>
            <a:r>
              <a:rPr dirty="0" sz="1600" lang="en-US" err="1" smtClean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D’Âme</a:t>
            </a:r>
            <a:r>
              <a:rPr dirty="0" sz="1600" lang="en-US" smtClean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, </a:t>
            </a:r>
            <a:r>
              <a:rPr dirty="0" sz="1600" lang="en-US" err="1" smtClean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c’est</a:t>
            </a:r>
            <a:r>
              <a:rPr dirty="0" sz="1600" lang="en-US" smtClean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 </a:t>
            </a:r>
            <a:r>
              <a:rPr dirty="0" sz="1600" lang="en-US" err="1" smtClean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accompagner</a:t>
            </a:r>
            <a:r>
              <a:rPr dirty="0" sz="1600" lang="en-US" smtClean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 un talent à </a:t>
            </a:r>
            <a:r>
              <a:rPr dirty="0" sz="1600" lang="en-US" err="1" smtClean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émerger</a:t>
            </a:r>
            <a:r>
              <a:rPr dirty="0" sz="1600" lang="en-US" smtClean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, mais </a:t>
            </a:r>
            <a:r>
              <a:rPr dirty="0" sz="1600" lang="en-US" err="1" smtClean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aussi</a:t>
            </a:r>
            <a:r>
              <a:rPr dirty="0" sz="1600" lang="en-US" smtClean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 </a:t>
            </a:r>
            <a:r>
              <a:rPr dirty="0" sz="1600" lang="en-US" err="1" smtClean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l’occasion</a:t>
            </a:r>
            <a:r>
              <a:rPr dirty="0" sz="1600" lang="en-US" smtClean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 de </a:t>
            </a:r>
            <a:r>
              <a:rPr dirty="0" sz="1600" lang="en-US" err="1" smtClean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mettre</a:t>
            </a:r>
            <a:r>
              <a:rPr dirty="0" sz="1600" lang="en-US" smtClean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 </a:t>
            </a:r>
            <a:r>
              <a:rPr dirty="0" sz="1600" lang="en-US" err="1" smtClean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da</a:t>
            </a:r>
            <a:r>
              <a:rPr dirty="0" sz="1600" lang="en-US" err="1" smtClean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vantage</a:t>
            </a:r>
            <a:r>
              <a:rPr dirty="0" sz="1600" lang="en-US" smtClean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 </a:t>
            </a:r>
            <a:r>
              <a:rPr dirty="0" sz="1600" lang="en-US" err="1" smtClean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en</a:t>
            </a:r>
            <a:r>
              <a:rPr dirty="0" sz="1600" lang="en-US" smtClean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 lumière </a:t>
            </a:r>
            <a:r>
              <a:rPr dirty="0" sz="1600" lang="en-US" err="1" smtClean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une</a:t>
            </a:r>
            <a:r>
              <a:rPr dirty="0" sz="1600" lang="en-US" smtClean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 marque. </a:t>
            </a:r>
          </a:p>
          <a:p>
            <a:pPr indent="0" marL="0">
              <a:buNone/>
            </a:pPr>
            <a:endParaRPr dirty="0" sz="1600" lang="en-US">
              <a:solidFill>
                <a:schemeClr val="bg1"/>
              </a:solidFill>
              <a:latin typeface="Cambria" panose="02040503050406030204" pitchFamily="18" charset="0"/>
              <a:ea typeface="Cambria" panose="02040503050406030204" pitchFamily="18" charset="0"/>
              <a:cs typeface="Calibri" pitchFamily="34" charset="-120"/>
            </a:endParaRPr>
          </a:p>
          <a:p>
            <a:pPr indent="0" marL="0">
              <a:buNone/>
            </a:pPr>
            <a:r>
              <a:rPr dirty="0" sz="1600" lang="en-US" smtClean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Nous </a:t>
            </a:r>
            <a:r>
              <a:rPr dirty="0" sz="1600" lang="en-US" err="1" smtClean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nous</a:t>
            </a:r>
            <a:r>
              <a:rPr dirty="0" sz="1600" lang="en-US" smtClean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 </a:t>
            </a:r>
            <a:r>
              <a:rPr dirty="0" sz="1600" lang="en-US" err="1" smtClean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engageons</a:t>
            </a:r>
            <a:r>
              <a:rPr dirty="0" sz="1600" lang="en-US" smtClean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 à </a:t>
            </a:r>
            <a:r>
              <a:rPr dirty="0" sz="1600" lang="en-US" err="1" smtClean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promouvoir</a:t>
            </a:r>
            <a:r>
              <a:rPr dirty="0" sz="1600" lang="en-US" smtClean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 les marques de </a:t>
            </a:r>
            <a:r>
              <a:rPr dirty="0" sz="1600" lang="en-US" err="1" smtClean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nos</a:t>
            </a:r>
            <a:r>
              <a:rPr dirty="0" sz="1600" lang="en-US" smtClean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 partenaires sur </a:t>
            </a:r>
            <a:r>
              <a:rPr dirty="0" sz="1600" lang="en-US" err="1" smtClean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toutes</a:t>
            </a:r>
            <a:r>
              <a:rPr dirty="0" sz="1600" lang="en-US" smtClean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 </a:t>
            </a:r>
            <a:r>
              <a:rPr dirty="0" sz="1600" lang="en-US" err="1" smtClean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nos</a:t>
            </a:r>
            <a:r>
              <a:rPr dirty="0" sz="1600" lang="en-US" smtClean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 </a:t>
            </a:r>
            <a:r>
              <a:rPr dirty="0" sz="1600" lang="en-US" err="1" smtClean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plateforme</a:t>
            </a:r>
            <a:r>
              <a:rPr dirty="0" sz="1600" lang="en-US" err="1" smtClean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s</a:t>
            </a:r>
            <a:r>
              <a:rPr dirty="0" sz="1600" lang="en-US" smtClean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 tout le long de la comp</a:t>
            </a:r>
            <a:r>
              <a:rPr dirty="0" sz="1600" lang="fr-FR" smtClean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étition</a:t>
            </a:r>
            <a:r>
              <a:rPr altLang="fr-FR" dirty="0" sz="1600" lang="en-US" smtClean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.</a:t>
            </a:r>
            <a:r>
              <a:rPr altLang="fr-FR" dirty="0" sz="1600" lang="en-US" smtClean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 </a:t>
            </a:r>
            <a:endParaRPr dirty="0" sz="1600" lang="en-US">
              <a:solidFill>
                <a:schemeClr val="bg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90" name="Rectangle 33"/>
          <p:cNvSpPr/>
          <p:nvPr/>
        </p:nvSpPr>
        <p:spPr>
          <a:xfrm>
            <a:off x="-7846" y="0"/>
            <a:ext cx="12199846" cy="6858000"/>
          </a:xfrm>
          <a:prstGeom prst="rect"/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  <a:endParaRPr lang="fr-FR">
              <a:solidFill>
                <a:schemeClr val="bg1"/>
              </a:solidFill>
            </a:endParaRPr>
          </a:p>
        </p:txBody>
      </p:sp>
      <p:sp>
        <p:nvSpPr>
          <p:cNvPr id="1048591" name="Text 1"/>
          <p:cNvSpPr txBox="1"/>
          <p:nvPr/>
        </p:nvSpPr>
        <p:spPr>
          <a:xfrm>
            <a:off x="546241" y="1348780"/>
            <a:ext cx="11091672" cy="822960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b="1" dirty="0" sz="3200" lang="en-US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Une plateforme de révélation des talents</a:t>
            </a:r>
            <a:endParaRPr dirty="0" sz="3200" lang="en-US"/>
          </a:p>
        </p:txBody>
      </p:sp>
      <p:grpSp>
        <p:nvGrpSpPr>
          <p:cNvPr id="32" name="Groupe 35"/>
          <p:cNvGrpSpPr/>
          <p:nvPr/>
        </p:nvGrpSpPr>
        <p:grpSpPr>
          <a:xfrm>
            <a:off x="445657" y="2323190"/>
            <a:ext cx="11292840" cy="731520"/>
            <a:chOff x="448056" y="1828800"/>
            <a:chExt cx="11292840" cy="731520"/>
          </a:xfrm>
        </p:grpSpPr>
        <p:sp>
          <p:nvSpPr>
            <p:cNvPr id="1048592" name="Shape 2"/>
            <p:cNvSpPr/>
            <p:nvPr/>
          </p:nvSpPr>
          <p:spPr>
            <a:xfrm>
              <a:off x="448056" y="1828800"/>
              <a:ext cx="2148840" cy="731520"/>
            </a:xfrm>
            <a:prstGeom prst="roundRect">
              <a:avLst>
                <a:gd name="adj" fmla="val 7500"/>
              </a:avLst>
            </a:prstGeom>
            <a:solidFill>
              <a:srgbClr val="2A3573"/>
            </a:solidFill>
          </p:spPr>
        </p:sp>
        <p:sp>
          <p:nvSpPr>
            <p:cNvPr id="1048593" name="Text 3"/>
            <p:cNvSpPr txBox="1"/>
            <p:nvPr/>
          </p:nvSpPr>
          <p:spPr>
            <a:xfrm>
              <a:off x="448056" y="1828800"/>
              <a:ext cx="2148840" cy="731520"/>
            </a:xfrm>
            <a:prstGeom prst="rect"/>
            <a:noFill/>
          </p:spPr>
          <p:txBody>
            <a:bodyPr anchor="ctr" rtlCol="0" wrap="square"/>
            <a:p>
              <a:pPr algn="ctr" indent="0" marL="0">
                <a:buNone/>
              </a:pPr>
              <a:r>
                <a:rPr b="1" dirty="0" sz="1150" lang="en-US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LITTÉRATURE</a:t>
              </a:r>
              <a:endParaRPr dirty="0" sz="1150" lang="en-US"/>
            </a:p>
          </p:txBody>
        </p:sp>
        <p:sp>
          <p:nvSpPr>
            <p:cNvPr id="1048594" name="Shape 4"/>
            <p:cNvSpPr/>
            <p:nvPr/>
          </p:nvSpPr>
          <p:spPr>
            <a:xfrm>
              <a:off x="2606040" y="2084832"/>
              <a:ext cx="118872" cy="219456"/>
            </a:xfrm>
            <a:prstGeom prst="rightArrow"/>
            <a:solidFill>
              <a:srgbClr val="CADCFC"/>
            </a:solidFill>
          </p:spPr>
        </p:sp>
        <p:sp>
          <p:nvSpPr>
            <p:cNvPr id="1048595" name="Shape 5"/>
            <p:cNvSpPr/>
            <p:nvPr/>
          </p:nvSpPr>
          <p:spPr>
            <a:xfrm>
              <a:off x="2734056" y="1828800"/>
              <a:ext cx="2148840" cy="731520"/>
            </a:xfrm>
            <a:prstGeom prst="roundRect">
              <a:avLst>
                <a:gd name="adj" fmla="val 7500"/>
              </a:avLst>
            </a:prstGeom>
            <a:solidFill>
              <a:srgbClr val="2A3573"/>
            </a:solidFill>
          </p:spPr>
        </p:sp>
        <p:sp>
          <p:nvSpPr>
            <p:cNvPr id="1048596" name="Text 6"/>
            <p:cNvSpPr txBox="1"/>
            <p:nvPr/>
          </p:nvSpPr>
          <p:spPr>
            <a:xfrm>
              <a:off x="2734056" y="1828800"/>
              <a:ext cx="2148840" cy="731520"/>
            </a:xfrm>
            <a:prstGeom prst="rect"/>
            <a:noFill/>
          </p:spPr>
          <p:txBody>
            <a:bodyPr anchor="ctr" rtlCol="0" wrap="square"/>
            <a:p>
              <a:pPr algn="ctr" indent="0" marL="0">
                <a:buNone/>
              </a:pPr>
              <a:r>
                <a:rPr b="1" dirty="0" sz="1150" lang="en-US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ÉLOQUENCE</a:t>
              </a:r>
              <a:endParaRPr dirty="0" sz="1150" lang="en-US"/>
            </a:p>
          </p:txBody>
        </p:sp>
        <p:sp>
          <p:nvSpPr>
            <p:cNvPr id="1048597" name="Shape 7"/>
            <p:cNvSpPr/>
            <p:nvPr/>
          </p:nvSpPr>
          <p:spPr>
            <a:xfrm>
              <a:off x="4892040" y="2084832"/>
              <a:ext cx="118872" cy="219456"/>
            </a:xfrm>
            <a:prstGeom prst="rightArrow"/>
            <a:solidFill>
              <a:srgbClr val="CADCFC"/>
            </a:solidFill>
          </p:spPr>
        </p:sp>
        <p:sp>
          <p:nvSpPr>
            <p:cNvPr id="1048598" name="Shape 8"/>
            <p:cNvSpPr/>
            <p:nvPr/>
          </p:nvSpPr>
          <p:spPr>
            <a:xfrm>
              <a:off x="5020056" y="1828800"/>
              <a:ext cx="2148840" cy="731520"/>
            </a:xfrm>
            <a:prstGeom prst="roundRect">
              <a:avLst>
                <a:gd name="adj" fmla="val 7500"/>
              </a:avLst>
            </a:prstGeom>
            <a:solidFill>
              <a:srgbClr val="2A3573"/>
            </a:solidFill>
          </p:spPr>
        </p:sp>
        <p:sp>
          <p:nvSpPr>
            <p:cNvPr id="1048599" name="Text 9"/>
            <p:cNvSpPr txBox="1"/>
            <p:nvPr/>
          </p:nvSpPr>
          <p:spPr>
            <a:xfrm>
              <a:off x="5020056" y="1828800"/>
              <a:ext cx="2148840" cy="731520"/>
            </a:xfrm>
            <a:prstGeom prst="rect"/>
            <a:noFill/>
          </p:spPr>
          <p:txBody>
            <a:bodyPr anchor="ctr" rtlCol="0" wrap="square"/>
            <a:p>
              <a:pPr algn="ctr" indent="0" marL="0">
                <a:buNone/>
              </a:pPr>
              <a:r>
                <a:rPr b="1" dirty="0" sz="1150" lang="en-US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EXPRESSION</a:t>
              </a:r>
              <a:endParaRPr dirty="0" sz="1150" lang="en-US"/>
            </a:p>
          </p:txBody>
        </p:sp>
        <p:sp>
          <p:nvSpPr>
            <p:cNvPr id="1048600" name="Shape 10"/>
            <p:cNvSpPr/>
            <p:nvPr/>
          </p:nvSpPr>
          <p:spPr>
            <a:xfrm>
              <a:off x="7178040" y="2084832"/>
              <a:ext cx="118872" cy="219456"/>
            </a:xfrm>
            <a:prstGeom prst="rightArrow"/>
            <a:solidFill>
              <a:srgbClr val="CADCFC"/>
            </a:solidFill>
          </p:spPr>
        </p:sp>
        <p:sp>
          <p:nvSpPr>
            <p:cNvPr id="1048601" name="Shape 11"/>
            <p:cNvSpPr/>
            <p:nvPr/>
          </p:nvSpPr>
          <p:spPr>
            <a:xfrm>
              <a:off x="7306056" y="1828800"/>
              <a:ext cx="2148840" cy="731520"/>
            </a:xfrm>
            <a:prstGeom prst="roundRect">
              <a:avLst>
                <a:gd name="adj" fmla="val 7500"/>
              </a:avLst>
            </a:prstGeom>
            <a:solidFill>
              <a:srgbClr val="2A3573"/>
            </a:solidFill>
          </p:spPr>
        </p:sp>
        <p:sp>
          <p:nvSpPr>
            <p:cNvPr id="1048602" name="Text 12"/>
            <p:cNvSpPr txBox="1"/>
            <p:nvPr/>
          </p:nvSpPr>
          <p:spPr>
            <a:xfrm>
              <a:off x="7306056" y="1828800"/>
              <a:ext cx="2148840" cy="731520"/>
            </a:xfrm>
            <a:prstGeom prst="rect"/>
            <a:noFill/>
          </p:spPr>
          <p:txBody>
            <a:bodyPr anchor="ctr" rtlCol="0" wrap="square"/>
            <a:p>
              <a:pPr algn="ctr" indent="0" marL="0">
                <a:buNone/>
              </a:pPr>
              <a:r>
                <a:rPr b="1" dirty="0" sz="1150" lang="en-US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TRANSMISSION</a:t>
              </a:r>
              <a:endParaRPr dirty="0" sz="1150" lang="en-US"/>
            </a:p>
          </p:txBody>
        </p:sp>
        <p:sp>
          <p:nvSpPr>
            <p:cNvPr id="1048603" name="Shape 13"/>
            <p:cNvSpPr/>
            <p:nvPr/>
          </p:nvSpPr>
          <p:spPr>
            <a:xfrm>
              <a:off x="9464040" y="2084832"/>
              <a:ext cx="118872" cy="219456"/>
            </a:xfrm>
            <a:prstGeom prst="rightArrow"/>
            <a:solidFill>
              <a:srgbClr val="CADCFC"/>
            </a:solidFill>
          </p:spPr>
        </p:sp>
        <p:sp>
          <p:nvSpPr>
            <p:cNvPr id="1048604" name="Shape 14"/>
            <p:cNvSpPr/>
            <p:nvPr/>
          </p:nvSpPr>
          <p:spPr>
            <a:xfrm>
              <a:off x="9592056" y="1828800"/>
              <a:ext cx="2148840" cy="731520"/>
            </a:xfrm>
            <a:prstGeom prst="roundRect">
              <a:avLst>
                <a:gd name="adj" fmla="val 7500"/>
              </a:avLst>
            </a:prstGeom>
            <a:solidFill>
              <a:srgbClr val="D9B24C"/>
            </a:solidFill>
          </p:spPr>
        </p:sp>
        <p:sp>
          <p:nvSpPr>
            <p:cNvPr id="1048605" name="Text 15"/>
            <p:cNvSpPr txBox="1"/>
            <p:nvPr/>
          </p:nvSpPr>
          <p:spPr>
            <a:xfrm>
              <a:off x="9592056" y="1828800"/>
              <a:ext cx="2148840" cy="731520"/>
            </a:xfrm>
            <a:prstGeom prst="rect"/>
            <a:noFill/>
          </p:spPr>
          <p:txBody>
            <a:bodyPr anchor="ctr" rtlCol="0" wrap="square"/>
            <a:p>
              <a:pPr algn="ctr" indent="0" marL="0">
                <a:buNone/>
              </a:pPr>
              <a:r>
                <a:rPr b="1" dirty="0" sz="1150" lang="en-US">
                  <a:solidFill>
                    <a:srgbClr val="1E2761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TALENTS</a:t>
              </a:r>
              <a:endParaRPr dirty="0" sz="1150" lang="en-US"/>
            </a:p>
          </p:txBody>
        </p:sp>
      </p:grpSp>
      <p:sp>
        <p:nvSpPr>
          <p:cNvPr id="1048606" name="Text 16"/>
          <p:cNvSpPr txBox="1"/>
          <p:nvPr/>
        </p:nvSpPr>
        <p:spPr>
          <a:xfrm>
            <a:off x="548640" y="3537500"/>
            <a:ext cx="11091672" cy="320040"/>
          </a:xfrm>
          <a:prstGeom prst="rect"/>
          <a:noFill/>
        </p:spPr>
        <p:txBody>
          <a:bodyPr anchor="ctr" rtlCol="0" wrap="square"/>
          <a:p>
            <a:pPr algn="ctr" indent="0" marL="0">
              <a:buNone/>
            </a:pPr>
            <a:r>
              <a:rPr b="1" dirty="0" sz="1400" kern="0" lang="en-US" spc="10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Au-delà de l'événement</a:t>
            </a:r>
            <a:endParaRPr dirty="0" sz="1400" lang="en-US"/>
          </a:p>
        </p:txBody>
      </p:sp>
      <p:grpSp>
        <p:nvGrpSpPr>
          <p:cNvPr id="33" name="Groupe 34"/>
          <p:cNvGrpSpPr/>
          <p:nvPr/>
        </p:nvGrpSpPr>
        <p:grpSpPr>
          <a:xfrm>
            <a:off x="2114437" y="4183380"/>
            <a:ext cx="7955280" cy="1874520"/>
            <a:chOff x="2116836" y="3657600"/>
            <a:chExt cx="7955280" cy="1874520"/>
          </a:xfrm>
        </p:grpSpPr>
        <p:sp>
          <p:nvSpPr>
            <p:cNvPr id="1048607" name="Shape 17"/>
            <p:cNvSpPr/>
            <p:nvPr/>
          </p:nvSpPr>
          <p:spPr>
            <a:xfrm>
              <a:off x="2116836" y="3657600"/>
              <a:ext cx="2468880" cy="502920"/>
            </a:xfrm>
            <a:prstGeom prst="roundRect">
              <a:avLst>
                <a:gd name="adj" fmla="val 50909"/>
              </a:avLst>
            </a:prstGeom>
            <a:solidFill>
              <a:srgbClr val="2A3573"/>
            </a:solidFill>
          </p:spPr>
        </p:sp>
        <p:sp>
          <p:nvSpPr>
            <p:cNvPr id="1048608" name="Text 18"/>
            <p:cNvSpPr txBox="1"/>
            <p:nvPr/>
          </p:nvSpPr>
          <p:spPr>
            <a:xfrm>
              <a:off x="2116836" y="3657600"/>
              <a:ext cx="2468880" cy="502920"/>
            </a:xfrm>
            <a:prstGeom prst="rect"/>
            <a:noFill/>
          </p:spPr>
          <p:txBody>
            <a:bodyPr anchor="ctr" rtlCol="0" wrap="square"/>
            <a:p>
              <a:pPr algn="ctr" indent="0" marL="0">
                <a:buNone/>
              </a:pPr>
              <a:r>
                <a:rPr dirty="0" sz="1600" lang="en-US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Ateliers</a:t>
              </a:r>
              <a:endParaRPr dirty="0" sz="1600" lang="en-US"/>
            </a:p>
          </p:txBody>
        </p:sp>
        <p:sp>
          <p:nvSpPr>
            <p:cNvPr id="1048609" name="Shape 19"/>
            <p:cNvSpPr/>
            <p:nvPr/>
          </p:nvSpPr>
          <p:spPr>
            <a:xfrm>
              <a:off x="4860036" y="3657600"/>
              <a:ext cx="2468880" cy="502920"/>
            </a:xfrm>
            <a:prstGeom prst="roundRect">
              <a:avLst>
                <a:gd name="adj" fmla="val 50909"/>
              </a:avLst>
            </a:prstGeom>
            <a:solidFill>
              <a:srgbClr val="2A3573"/>
            </a:solidFill>
          </p:spPr>
        </p:sp>
        <p:sp>
          <p:nvSpPr>
            <p:cNvPr id="1048610" name="Text 20"/>
            <p:cNvSpPr txBox="1"/>
            <p:nvPr/>
          </p:nvSpPr>
          <p:spPr>
            <a:xfrm>
              <a:off x="4860036" y="3657600"/>
              <a:ext cx="2468880" cy="502920"/>
            </a:xfrm>
            <a:prstGeom prst="rect"/>
            <a:noFill/>
          </p:spPr>
          <p:txBody>
            <a:bodyPr anchor="ctr" rtlCol="0" wrap="square"/>
            <a:p>
              <a:pPr algn="ctr" indent="0" marL="0">
                <a:buNone/>
              </a:pPr>
              <a:r>
                <a:rPr dirty="0" sz="1600" lang="en-US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Formations</a:t>
              </a:r>
              <a:endParaRPr dirty="0" sz="1600" lang="en-US"/>
            </a:p>
          </p:txBody>
        </p:sp>
        <p:sp>
          <p:nvSpPr>
            <p:cNvPr id="1048611" name="Shape 21"/>
            <p:cNvSpPr/>
            <p:nvPr/>
          </p:nvSpPr>
          <p:spPr>
            <a:xfrm>
              <a:off x="7603236" y="3657600"/>
              <a:ext cx="2468880" cy="502920"/>
            </a:xfrm>
            <a:prstGeom prst="roundRect">
              <a:avLst>
                <a:gd name="adj" fmla="val 50909"/>
              </a:avLst>
            </a:prstGeom>
            <a:solidFill>
              <a:srgbClr val="2A3573"/>
            </a:solidFill>
          </p:spPr>
        </p:sp>
        <p:sp>
          <p:nvSpPr>
            <p:cNvPr id="1048612" name="Text 22"/>
            <p:cNvSpPr txBox="1"/>
            <p:nvPr/>
          </p:nvSpPr>
          <p:spPr>
            <a:xfrm>
              <a:off x="7603236" y="3657600"/>
              <a:ext cx="2468880" cy="502920"/>
            </a:xfrm>
            <a:prstGeom prst="rect"/>
            <a:noFill/>
          </p:spPr>
          <p:txBody>
            <a:bodyPr anchor="ctr" rtlCol="0" wrap="square"/>
            <a:p>
              <a:pPr algn="ctr" indent="0" marL="0">
                <a:buNone/>
              </a:pPr>
              <a:r>
                <a:rPr dirty="0" sz="1600" lang="en-US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Rencontres</a:t>
              </a:r>
              <a:endParaRPr dirty="0" sz="1600" lang="en-US"/>
            </a:p>
          </p:txBody>
        </p:sp>
        <p:sp>
          <p:nvSpPr>
            <p:cNvPr id="1048613" name="Shape 23"/>
            <p:cNvSpPr/>
            <p:nvPr/>
          </p:nvSpPr>
          <p:spPr>
            <a:xfrm>
              <a:off x="2116836" y="4343400"/>
              <a:ext cx="2468880" cy="502920"/>
            </a:xfrm>
            <a:prstGeom prst="roundRect">
              <a:avLst>
                <a:gd name="adj" fmla="val 50909"/>
              </a:avLst>
            </a:prstGeom>
            <a:solidFill>
              <a:srgbClr val="2A3573"/>
            </a:solidFill>
          </p:spPr>
        </p:sp>
        <p:sp>
          <p:nvSpPr>
            <p:cNvPr id="1048614" name="Text 24"/>
            <p:cNvSpPr txBox="1"/>
            <p:nvPr/>
          </p:nvSpPr>
          <p:spPr>
            <a:xfrm>
              <a:off x="2116836" y="4343400"/>
              <a:ext cx="2468880" cy="502920"/>
            </a:xfrm>
            <a:prstGeom prst="rect"/>
            <a:noFill/>
          </p:spPr>
          <p:txBody>
            <a:bodyPr anchor="ctr" rtlCol="0" wrap="square"/>
            <a:p>
              <a:pPr algn="ctr" indent="0" marL="0">
                <a:buNone/>
              </a:pPr>
              <a:r>
                <a:rPr dirty="0" sz="1600" lang="en-US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Masterclasses</a:t>
              </a:r>
              <a:endParaRPr dirty="0" sz="1600" lang="en-US"/>
            </a:p>
          </p:txBody>
        </p:sp>
        <p:sp>
          <p:nvSpPr>
            <p:cNvPr id="1048615" name="Shape 25"/>
            <p:cNvSpPr/>
            <p:nvPr/>
          </p:nvSpPr>
          <p:spPr>
            <a:xfrm>
              <a:off x="4860036" y="4343400"/>
              <a:ext cx="2468880" cy="502920"/>
            </a:xfrm>
            <a:prstGeom prst="roundRect">
              <a:avLst>
                <a:gd name="adj" fmla="val 50909"/>
              </a:avLst>
            </a:prstGeom>
            <a:solidFill>
              <a:srgbClr val="2A3573"/>
            </a:solidFill>
          </p:spPr>
        </p:sp>
        <p:sp>
          <p:nvSpPr>
            <p:cNvPr id="1048616" name="Text 26"/>
            <p:cNvSpPr txBox="1"/>
            <p:nvPr/>
          </p:nvSpPr>
          <p:spPr>
            <a:xfrm>
              <a:off x="4860036" y="4343400"/>
              <a:ext cx="2468880" cy="502920"/>
            </a:xfrm>
            <a:prstGeom prst="rect"/>
            <a:noFill/>
          </p:spPr>
          <p:txBody>
            <a:bodyPr anchor="ctr" rtlCol="0" wrap="square"/>
            <a:p>
              <a:pPr algn="ctr" indent="0" marL="0">
                <a:buNone/>
              </a:pPr>
              <a:r>
                <a:rPr dirty="0" sz="1600" lang="en-US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Accompagnement</a:t>
              </a:r>
              <a:endParaRPr dirty="0" sz="1600" lang="en-US"/>
            </a:p>
          </p:txBody>
        </p:sp>
        <p:sp>
          <p:nvSpPr>
            <p:cNvPr id="1048617" name="Shape 27"/>
            <p:cNvSpPr/>
            <p:nvPr/>
          </p:nvSpPr>
          <p:spPr>
            <a:xfrm>
              <a:off x="7603236" y="4343400"/>
              <a:ext cx="2468880" cy="502920"/>
            </a:xfrm>
            <a:prstGeom prst="roundRect">
              <a:avLst>
                <a:gd name="adj" fmla="val 50909"/>
              </a:avLst>
            </a:prstGeom>
            <a:solidFill>
              <a:srgbClr val="2A3573"/>
            </a:solidFill>
          </p:spPr>
        </p:sp>
        <p:sp>
          <p:nvSpPr>
            <p:cNvPr id="1048618" name="Text 28"/>
            <p:cNvSpPr txBox="1"/>
            <p:nvPr/>
          </p:nvSpPr>
          <p:spPr>
            <a:xfrm>
              <a:off x="7603236" y="4343400"/>
              <a:ext cx="2468880" cy="502920"/>
            </a:xfrm>
            <a:prstGeom prst="rect"/>
            <a:noFill/>
          </p:spPr>
          <p:txBody>
            <a:bodyPr anchor="ctr" rtlCol="0" wrap="square"/>
            <a:p>
              <a:pPr algn="ctr" indent="0" marL="0">
                <a:buNone/>
              </a:pPr>
              <a:r>
                <a:rPr dirty="0" sz="1600" lang="en-US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Collaborations</a:t>
              </a:r>
              <a:endParaRPr dirty="0" sz="1600" lang="en-US"/>
            </a:p>
          </p:txBody>
        </p:sp>
        <p:sp>
          <p:nvSpPr>
            <p:cNvPr id="1048619" name="Shape 29"/>
            <p:cNvSpPr/>
            <p:nvPr/>
          </p:nvSpPr>
          <p:spPr>
            <a:xfrm>
              <a:off x="2116836" y="5029200"/>
              <a:ext cx="2468880" cy="502920"/>
            </a:xfrm>
            <a:prstGeom prst="roundRect">
              <a:avLst>
                <a:gd name="adj" fmla="val 50909"/>
              </a:avLst>
            </a:prstGeom>
            <a:solidFill>
              <a:srgbClr val="2A3573"/>
            </a:solidFill>
          </p:spPr>
        </p:sp>
        <p:sp>
          <p:nvSpPr>
            <p:cNvPr id="1048620" name="Text 30"/>
            <p:cNvSpPr txBox="1"/>
            <p:nvPr/>
          </p:nvSpPr>
          <p:spPr>
            <a:xfrm>
              <a:off x="2116836" y="5029200"/>
              <a:ext cx="2468880" cy="502920"/>
            </a:xfrm>
            <a:prstGeom prst="rect"/>
            <a:noFill/>
          </p:spPr>
          <p:txBody>
            <a:bodyPr anchor="ctr" rtlCol="0" wrap="square"/>
            <a:p>
              <a:pPr algn="ctr" indent="0" marL="0">
                <a:buNone/>
              </a:pPr>
              <a:r>
                <a:rPr dirty="0" sz="1600" lang="en-US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Mise en réseau des talents</a:t>
              </a:r>
              <a:endParaRPr dirty="0" sz="1600" lang="en-US"/>
            </a:p>
          </p:txBody>
        </p:sp>
      </p:grpSp>
      <p:pic>
        <p:nvPicPr>
          <p:cNvPr id="2097153" name="Image 36"/>
          <p:cNvPicPr>
            <a:picLocks noChangeAspect="1"/>
          </p:cNvPicPr>
          <p:nvPr/>
        </p:nvPicPr>
        <p:blipFill>
          <a:blip xmlns:r="http://schemas.openxmlformats.org/officeDocument/2006/relationships" r:embed="rId1" cstate="print"/>
          <a:stretch>
            <a:fillRect/>
          </a:stretch>
        </p:blipFill>
        <p:spPr>
          <a:xfrm>
            <a:off x="443753" y="363070"/>
            <a:ext cx="914400" cy="914400"/>
          </a:xfrm>
          <a:prstGeom prst="rect"/>
        </p:spPr>
      </p:pic>
      <p:sp>
        <p:nvSpPr>
          <p:cNvPr id="1048621" name="ZoneTexte 37"/>
          <p:cNvSpPr txBox="1"/>
          <p:nvPr/>
        </p:nvSpPr>
        <p:spPr>
          <a:xfrm>
            <a:off x="1452283" y="635604"/>
            <a:ext cx="2783542" cy="369332"/>
          </a:xfrm>
          <a:prstGeom prst="rect"/>
          <a:noFill/>
        </p:spPr>
        <p:txBody>
          <a:bodyPr rtlCol="0" wrap="square">
            <a:spAutoFit/>
          </a:bodyPr>
          <a:p>
            <a:r>
              <a:rPr dirty="0" lang="fr-FR" smtClean="0">
                <a:solidFill>
                  <a:schemeClr val="bg1"/>
                </a:solidFill>
              </a:rPr>
              <a:t>Vision élargie</a:t>
            </a:r>
            <a:endParaRPr dirty="0" lang="fr-FR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84" name="Rectangle 1"/>
          <p:cNvSpPr/>
          <p:nvPr/>
        </p:nvSpPr>
        <p:spPr>
          <a:xfrm>
            <a:off x="-7846" y="0"/>
            <a:ext cx="6925235" cy="6858000"/>
          </a:xfrm>
          <a:prstGeom prst="rect"/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  <a:endParaRPr lang="fr-FR"/>
          </a:p>
        </p:txBody>
      </p:sp>
      <p:sp>
        <p:nvSpPr>
          <p:cNvPr id="1048585" name="Text 0"/>
          <p:cNvSpPr txBox="1"/>
          <p:nvPr/>
        </p:nvSpPr>
        <p:spPr>
          <a:xfrm>
            <a:off x="731520" y="1737360"/>
            <a:ext cx="5164313" cy="640080"/>
          </a:xfrm>
          <a:prstGeom prst="rect"/>
          <a:noFill/>
        </p:spPr>
        <p:txBody>
          <a:bodyPr anchor="ctr" rtlCol="0" wrap="square"/>
          <a:p>
            <a:pPr algn="ctr" indent="0" marL="0">
              <a:buNone/>
            </a:pPr>
            <a:r>
              <a:rPr b="1" dirty="0" sz="3000" lang="en-US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LES VOIX D'ÂME</a:t>
            </a:r>
            <a:endParaRPr dirty="0" sz="3000" lang="en-US"/>
          </a:p>
        </p:txBody>
      </p:sp>
      <p:sp>
        <p:nvSpPr>
          <p:cNvPr id="1048586" name="Text 1"/>
          <p:cNvSpPr txBox="1"/>
          <p:nvPr/>
        </p:nvSpPr>
        <p:spPr>
          <a:xfrm>
            <a:off x="731520" y="2514600"/>
            <a:ext cx="5328086" cy="502920"/>
          </a:xfrm>
          <a:prstGeom prst="rect"/>
          <a:noFill/>
        </p:spPr>
        <p:txBody>
          <a:bodyPr anchor="ctr" rtlCol="0" wrap="square"/>
          <a:p>
            <a:pPr algn="ctr" indent="0" marL="0">
              <a:buNone/>
            </a:pPr>
            <a:r>
              <a:rPr b="1" dirty="0" sz="1800" lang="en-US">
                <a:solidFill>
                  <a:srgbClr val="D9B2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plume. Une voix. Un impact.</a:t>
            </a:r>
            <a:endParaRPr dirty="0" sz="1800" lang="en-US"/>
          </a:p>
        </p:txBody>
      </p:sp>
      <p:sp>
        <p:nvSpPr>
          <p:cNvPr id="1048587" name="Shape 2"/>
          <p:cNvSpPr/>
          <p:nvPr/>
        </p:nvSpPr>
        <p:spPr>
          <a:xfrm>
            <a:off x="2505115" y="3328007"/>
            <a:ext cx="1828800" cy="0"/>
          </a:xfrm>
          <a:prstGeom prst="line"/>
          <a:noFill/>
          <a:ln w="12700">
            <a:solidFill>
              <a:srgbClr val="CADCFC"/>
            </a:solidFill>
            <a:prstDash val="solid"/>
          </a:ln>
        </p:spPr>
      </p:sp>
      <p:sp>
        <p:nvSpPr>
          <p:cNvPr id="1048588" name="Text 3"/>
          <p:cNvSpPr txBox="1"/>
          <p:nvPr/>
        </p:nvSpPr>
        <p:spPr>
          <a:xfrm>
            <a:off x="731520" y="3520440"/>
            <a:ext cx="5328086" cy="822960"/>
          </a:xfrm>
          <a:prstGeom prst="rect"/>
          <a:noFill/>
        </p:spPr>
        <p:txBody>
          <a:bodyPr anchor="ctr" rtlCol="0" wrap="square"/>
          <a:p>
            <a:pPr algn="ctr" indent="0" marL="0">
              <a:buNone/>
            </a:pPr>
            <a:r>
              <a:rPr dirty="0" sz="1500" i="1" lang="en-US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Transformer une plume en voix,</a:t>
            </a:r>
            <a:endParaRPr dirty="0" sz="1500" lang="en-US"/>
          </a:p>
          <a:p>
            <a:pPr algn="ctr" indent="0" marL="0">
              <a:buNone/>
            </a:pPr>
            <a:r>
              <a:rPr dirty="0" sz="1500" i="1" lang="en-US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 une voix en impact.</a:t>
            </a:r>
            <a:endParaRPr dirty="0" sz="1500" lang="en-US"/>
          </a:p>
        </p:txBody>
      </p:sp>
      <p:sp>
        <p:nvSpPr>
          <p:cNvPr id="1048589" name="Text 4"/>
          <p:cNvSpPr txBox="1"/>
          <p:nvPr/>
        </p:nvSpPr>
        <p:spPr>
          <a:xfrm>
            <a:off x="1188720" y="5029200"/>
            <a:ext cx="4707113" cy="640080"/>
          </a:xfrm>
          <a:prstGeom prst="rect"/>
          <a:noFill/>
        </p:spPr>
        <p:txBody>
          <a:bodyPr anchor="ctr" rtlCol="0" wrap="square"/>
          <a:p>
            <a:pPr algn="ctr" indent="0" marL="0">
              <a:buNone/>
            </a:pPr>
            <a:r>
              <a:rPr dirty="0" sz="1300" lang="en-US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 Une scène où l'on vient révéler ce que l'on peut devenir. »</a:t>
            </a:r>
            <a:endParaRPr dirty="0" sz="1300" lang="en-US"/>
          </a:p>
        </p:txBody>
      </p:sp>
      <p:pic>
        <p:nvPicPr>
          <p:cNvPr id="2097152" name="Image 8"/>
          <p:cNvPicPr>
            <a:picLocks noChangeAspect="1"/>
          </p:cNvPicPr>
          <p:nvPr/>
        </p:nvPicPr>
        <p:blipFill>
          <a:blip xmlns:r="http://schemas.openxmlformats.org/officeDocument/2006/relationships" r:embed="rId1"/>
          <a:stretch>
            <a:fillRect/>
          </a:stretch>
        </p:blipFill>
        <p:spPr>
          <a:xfrm>
            <a:off x="6917389" y="0"/>
            <a:ext cx="5274611" cy="6858000"/>
          </a:xfrm>
          <a:prstGeom prst="rect"/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lastClr="000000" val="windowText"/>
      </a:dk1>
      <a:lt1>
        <a:sysClr lastClr="FFFFFF" val="window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algn="ctr" blurRad="57150" dir="5400000" dist="19050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theme/theme2.xml><?xml version="1.0" encoding="utf-8"?>
<a:theme xmlns:a="http://schemas.openxmlformats.org/drawingml/2006/main" name="Office 主题">
  <a:themeElements>
    <a:clrScheme name="Office">
      <a:dk1>
        <a:sysClr lastClr="000000" val="windowText"/>
      </a:dk1>
      <a:lt1>
        <a:sysClr lastClr="FFFFFF" val="window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TH Sarabun PSK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TH Sarabun PSK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algn="ctr" blurRad="57150" dir="5400000" dist="19050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Properties xmlns="http://schemas.openxmlformats.org/officeDocument/2006/extended-properties">
  <Application>Microsoft Office PowerPoint</Application>
  <ScaleCrop>0</ScaleCrop>
  <LinksUpToDate>0</LinksUpToDate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Présentation PowerPoint</dc:title>
  <dc:creator>PC</dc:creator>
  <cp:lastModifiedBy>PC</cp:lastModifiedBy>
  <dcterms:created xsi:type="dcterms:W3CDTF">2026-09-24T11:04:51Z</dcterms:created>
  <dcterms:modified xsi:type="dcterms:W3CDTF">2026-09-25T15:18:33Z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dff8c3dc56534e8cb032c8306ce939b9_23</vt:lpwstr>
  </property>
</Properties>
</file>